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9" r:id="rId3"/>
    <p:sldId id="260" r:id="rId4"/>
    <p:sldId id="264" r:id="rId5"/>
    <p:sldId id="265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4B183"/>
    <a:srgbClr val="C55A11"/>
    <a:srgbClr val="A9D18E"/>
    <a:srgbClr val="548235"/>
    <a:srgbClr val="DAE3F3"/>
    <a:srgbClr val="B4C7E7"/>
    <a:srgbClr val="F09D11"/>
    <a:srgbClr val="E60000"/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46" autoAdjust="0"/>
    <p:restoredTop sz="96856" autoAdjust="0"/>
  </p:normalViewPr>
  <p:slideViewPr>
    <p:cSldViewPr snapToGrid="0">
      <p:cViewPr>
        <p:scale>
          <a:sx n="75" d="100"/>
          <a:sy n="75" d="100"/>
        </p:scale>
        <p:origin x="504" y="13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3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F326B-DD9B-4637-8373-2D89CD9854B3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E881C-C18C-4279-ABBC-A4F7CB564F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09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https://en.wikipedia.org/wiki/Signal-to-noise_ratio</a:t>
            </a:r>
          </a:p>
          <a:p>
            <a:r>
              <a:rPr lang="en-US" dirty="0"/>
              <a:t>https://www.mathworks.com/help/signal/ref/snr.html</a:t>
            </a:r>
          </a:p>
          <a:p>
            <a:r>
              <a:rPr lang="en-US" dirty="0"/>
              <a:t>https://www.mathworks.com/matlabcentral/answers/717213-signal-to-noise-ratio-snr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4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89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855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E881C-C18C-4279-ABBC-A4F7CB564FA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58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1-내부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934663" y="1461523"/>
            <a:ext cx="10322674" cy="1079499"/>
          </a:xfrm>
          <a:prstGeom prst="roundRect">
            <a:avLst>
              <a:gd name="adj" fmla="val 3400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574" y="1592657"/>
            <a:ext cx="8662853" cy="97191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3B405E-21AB-4462-9ADE-BFC842C76425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4" name="직사각형 17">
              <a:extLst>
                <a:ext uri="{FF2B5EF4-FFF2-40B4-BE49-F238E27FC236}">
                  <a16:creationId xmlns:a16="http://schemas.microsoft.com/office/drawing/2014/main" id="{79751970-BDAB-4D96-8A94-E2F4EF073FD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7">
              <a:extLst>
                <a:ext uri="{FF2B5EF4-FFF2-40B4-BE49-F238E27FC236}">
                  <a16:creationId xmlns:a16="http://schemas.microsoft.com/office/drawing/2014/main" id="{53D9A5FA-C27C-4A51-80B5-93E8C79390E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7150B2E8-D608-4B9A-8EB7-DDC8AEFC4034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E0AF471-6557-460F-8999-E499E0FE5AF1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8C416B-FA2D-4F0A-8593-54959EA5D3F0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18DD6BBE-ADBD-48BF-A951-13B17B12D667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BBA93D9A-044B-4CEF-BA3A-6EB543B5F2C4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B2854196-F7D6-407E-AFB3-DEACCB516DDB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F55644E7-4D33-4407-AC91-AB10505A03B8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A933EF5-22F0-485A-A3D9-DD8FAE441F85}"/>
              </a:ext>
            </a:extLst>
          </p:cNvPr>
          <p:cNvGrpSpPr/>
          <p:nvPr userDrawn="1"/>
        </p:nvGrpSpPr>
        <p:grpSpPr>
          <a:xfrm>
            <a:off x="5321474" y="3080846"/>
            <a:ext cx="1549052" cy="1285082"/>
            <a:chOff x="5124687" y="2997246"/>
            <a:chExt cx="1750597" cy="1452282"/>
          </a:xfrm>
        </p:grpSpPr>
        <p:pic>
          <p:nvPicPr>
            <p:cNvPr id="28" name="그림 27" descr="표지판이(가) 표시된 사진&#10;&#10;자동 생성된 설명">
              <a:extLst>
                <a:ext uri="{FF2B5EF4-FFF2-40B4-BE49-F238E27FC236}">
                  <a16:creationId xmlns:a16="http://schemas.microsoft.com/office/drawing/2014/main" id="{3FF32D13-75BC-4FD0-800F-66689D7E1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100000"/>
                      </a14:imgEffect>
                      <a14:imgEffect>
                        <a14:brightnessContrast bright="47000" contrast="-5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547" y="3020105"/>
              <a:ext cx="1727737" cy="1429423"/>
            </a:xfrm>
            <a:prstGeom prst="rect">
              <a:avLst/>
            </a:prstGeom>
          </p:spPr>
        </p:pic>
        <p:pic>
          <p:nvPicPr>
            <p:cNvPr id="29" name="그림 28" descr="표지판이(가) 표시된 사진&#10;&#10;자동 생성된 설명">
              <a:extLst>
                <a:ext uri="{FF2B5EF4-FFF2-40B4-BE49-F238E27FC236}">
                  <a16:creationId xmlns:a16="http://schemas.microsoft.com/office/drawing/2014/main" id="{1123D46A-35A0-43D8-90A7-0F4175685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687" y="2997246"/>
              <a:ext cx="1727737" cy="142942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DE2E426-1741-4238-B9A1-235A98AED052}"/>
              </a:ext>
            </a:extLst>
          </p:cNvPr>
          <p:cNvSpPr txBox="1"/>
          <p:nvPr userDrawn="1"/>
        </p:nvSpPr>
        <p:spPr>
          <a:xfrm>
            <a:off x="4193001" y="4433983"/>
            <a:ext cx="380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Design &amp; Development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Adobe Fan Heiti Std B" pitchFamily="34" charset="-128"/>
              </a:rPr>
              <a:t> 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21C27E58-9500-4DAE-84EA-8096DD5B0C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32362" y="5198854"/>
            <a:ext cx="4727276" cy="1079500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작성부서 및 작성일자</a:t>
            </a:r>
          </a:p>
        </p:txBody>
      </p:sp>
      <p:sp>
        <p:nvSpPr>
          <p:cNvPr id="32" name="텍스트 개체 틀 2">
            <a:extLst>
              <a:ext uri="{FF2B5EF4-FFF2-40B4-BE49-F238E27FC236}">
                <a16:creationId xmlns:a16="http://schemas.microsoft.com/office/drawing/2014/main" id="{7D213D5B-A7B8-41C0-8DE7-2C058352D5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99455" y="1141671"/>
            <a:ext cx="3229090" cy="344926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400" b="1" i="1" baseline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7BEC4F1D-FAA9-4DD6-BCD4-E39BCC12E54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72015" y="2485158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400" b="1" i="1" baseline="0">
                <a:solidFill>
                  <a:srgbClr val="485B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Doc. 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8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2-내부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934663" y="1461523"/>
            <a:ext cx="10322674" cy="1079499"/>
          </a:xfrm>
          <a:prstGeom prst="roundRect">
            <a:avLst>
              <a:gd name="adj" fmla="val 3400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574" y="1571627"/>
            <a:ext cx="8662853" cy="603439"/>
          </a:xfrm>
          <a:prstGeom prst="rect">
            <a:avLst/>
          </a:prstGeom>
        </p:spPr>
        <p:txBody>
          <a:bodyPr anchor="ctr"/>
          <a:lstStyle>
            <a:lvl1pPr algn="ctr">
              <a:defRPr sz="32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3B405E-21AB-4462-9ADE-BFC842C76425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4" name="직사각형 17">
              <a:extLst>
                <a:ext uri="{FF2B5EF4-FFF2-40B4-BE49-F238E27FC236}">
                  <a16:creationId xmlns:a16="http://schemas.microsoft.com/office/drawing/2014/main" id="{79751970-BDAB-4D96-8A94-E2F4EF073FD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7">
              <a:extLst>
                <a:ext uri="{FF2B5EF4-FFF2-40B4-BE49-F238E27FC236}">
                  <a16:creationId xmlns:a16="http://schemas.microsoft.com/office/drawing/2014/main" id="{53D9A5FA-C27C-4A51-80B5-93E8C79390E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7150B2E8-D608-4B9A-8EB7-DDC8AEFC4034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E0AF471-6557-460F-8999-E499E0FE5AF1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8C416B-FA2D-4F0A-8593-54959EA5D3F0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18DD6BBE-ADBD-48BF-A951-13B17B12D667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BBA93D9A-044B-4CEF-BA3A-6EB543B5F2C4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B2854196-F7D6-407E-AFB3-DEACCB516DDB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F55644E7-4D33-4407-AC91-AB10505A03B8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A933EF5-22F0-485A-A3D9-DD8FAE441F85}"/>
              </a:ext>
            </a:extLst>
          </p:cNvPr>
          <p:cNvGrpSpPr/>
          <p:nvPr userDrawn="1"/>
        </p:nvGrpSpPr>
        <p:grpSpPr>
          <a:xfrm>
            <a:off x="5321474" y="3080846"/>
            <a:ext cx="1549052" cy="1285082"/>
            <a:chOff x="5124687" y="2997246"/>
            <a:chExt cx="1750597" cy="1452282"/>
          </a:xfrm>
        </p:grpSpPr>
        <p:pic>
          <p:nvPicPr>
            <p:cNvPr id="28" name="그림 27" descr="표지판이(가) 표시된 사진&#10;&#10;자동 생성된 설명">
              <a:extLst>
                <a:ext uri="{FF2B5EF4-FFF2-40B4-BE49-F238E27FC236}">
                  <a16:creationId xmlns:a16="http://schemas.microsoft.com/office/drawing/2014/main" id="{3FF32D13-75BC-4FD0-800F-66689D7E1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100000"/>
                      </a14:imgEffect>
                      <a14:imgEffect>
                        <a14:brightnessContrast bright="47000" contrast="-5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547" y="3020105"/>
              <a:ext cx="1727737" cy="1429423"/>
            </a:xfrm>
            <a:prstGeom prst="rect">
              <a:avLst/>
            </a:prstGeom>
          </p:spPr>
        </p:pic>
        <p:pic>
          <p:nvPicPr>
            <p:cNvPr id="29" name="그림 28" descr="표지판이(가) 표시된 사진&#10;&#10;자동 생성된 설명">
              <a:extLst>
                <a:ext uri="{FF2B5EF4-FFF2-40B4-BE49-F238E27FC236}">
                  <a16:creationId xmlns:a16="http://schemas.microsoft.com/office/drawing/2014/main" id="{1123D46A-35A0-43D8-90A7-0F4175685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687" y="2997246"/>
              <a:ext cx="1727737" cy="142942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DE2E426-1741-4238-B9A1-235A98AED052}"/>
              </a:ext>
            </a:extLst>
          </p:cNvPr>
          <p:cNvSpPr txBox="1"/>
          <p:nvPr userDrawn="1"/>
        </p:nvSpPr>
        <p:spPr>
          <a:xfrm>
            <a:off x="4193001" y="4433983"/>
            <a:ext cx="380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Design &amp; Development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Adobe Fan Heiti Std B" pitchFamily="34" charset="-128"/>
              </a:rPr>
              <a:t> 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21C27E58-9500-4DAE-84EA-8096DD5B0C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32362" y="5198854"/>
            <a:ext cx="4727276" cy="1079500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작성부서 및 작성일자</a:t>
            </a:r>
          </a:p>
        </p:txBody>
      </p: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7BEC4F1D-FAA9-4DD6-BCD4-E39BCC12E54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72015" y="2485158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400" b="1" i="1" baseline="0">
                <a:solidFill>
                  <a:srgbClr val="485B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Doc. Version</a:t>
            </a:r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8F25733F-847D-4B7B-896B-E3D125D02D5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76251" y="2151683"/>
            <a:ext cx="9839498" cy="365178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 편집</a:t>
            </a:r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5463BB4C-2437-4F96-BD63-2550E82FE17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99455" y="1141671"/>
            <a:ext cx="3229090" cy="344926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400" b="1" i="1" baseline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760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간 제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934663" y="2380156"/>
            <a:ext cx="10322674" cy="1079499"/>
          </a:xfrm>
          <a:prstGeom prst="roundRect">
            <a:avLst>
              <a:gd name="adj" fmla="val 3400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574" y="2511290"/>
            <a:ext cx="8662853" cy="97191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43B405E-21AB-4462-9ADE-BFC842C76425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4" name="직사각형 17">
              <a:extLst>
                <a:ext uri="{FF2B5EF4-FFF2-40B4-BE49-F238E27FC236}">
                  <a16:creationId xmlns:a16="http://schemas.microsoft.com/office/drawing/2014/main" id="{79751970-BDAB-4D96-8A94-E2F4EF073FD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7">
              <a:extLst>
                <a:ext uri="{FF2B5EF4-FFF2-40B4-BE49-F238E27FC236}">
                  <a16:creationId xmlns:a16="http://schemas.microsoft.com/office/drawing/2014/main" id="{53D9A5FA-C27C-4A51-80B5-93E8C79390E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7150B2E8-D608-4B9A-8EB7-DDC8AEFC4034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E0AF471-6557-460F-8999-E499E0FE5AF1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18C416B-FA2D-4F0A-8593-54959EA5D3F0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18DD6BBE-ADBD-48BF-A951-13B17B12D667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BBA93D9A-044B-4CEF-BA3A-6EB543B5F2C4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17">
              <a:extLst>
                <a:ext uri="{FF2B5EF4-FFF2-40B4-BE49-F238E27FC236}">
                  <a16:creationId xmlns:a16="http://schemas.microsoft.com/office/drawing/2014/main" id="{B2854196-F7D6-407E-AFB3-DEACCB516DDB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17">
              <a:extLst>
                <a:ext uri="{FF2B5EF4-FFF2-40B4-BE49-F238E27FC236}">
                  <a16:creationId xmlns:a16="http://schemas.microsoft.com/office/drawing/2014/main" id="{F55644E7-4D33-4407-AC91-AB10505A03B8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761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9AF7F4F7-BC72-45D6-A3F2-F85603021D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">
            <a:extLst>
              <a:ext uri="{FF2B5EF4-FFF2-40B4-BE49-F238E27FC236}">
                <a16:creationId xmlns:a16="http://schemas.microsoft.com/office/drawing/2014/main" id="{3058FD6C-BE5C-4435-9F1C-4B97012C7425}"/>
              </a:ext>
            </a:extLst>
          </p:cNvPr>
          <p:cNvSpPr/>
          <p:nvPr userDrawn="1"/>
        </p:nvSpPr>
        <p:spPr>
          <a:xfrm>
            <a:off x="3886200" y="620048"/>
            <a:ext cx="4419600" cy="726131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Arial Black" panose="020B0A04020102020204" pitchFamily="34" charset="0"/>
                <a:ea typeface="HY견고딕" panose="02030600000101010101" pitchFamily="18" charset="-127"/>
                <a:cs typeface="Aharoni" panose="02010803020104030203" pitchFamily="2" charset="-79"/>
              </a:rPr>
              <a:t>CONTENTS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12B9376-0AFF-4639-A123-6B01EB26A53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455698" y="762000"/>
            <a:ext cx="374260" cy="459486"/>
          </a:xfrm>
          <a:custGeom>
            <a:avLst/>
            <a:gdLst>
              <a:gd name="T0" fmla="*/ 1930 w 2831"/>
              <a:gd name="T1" fmla="*/ 2787 h 3472"/>
              <a:gd name="T2" fmla="*/ 1791 w 2831"/>
              <a:gd name="T3" fmla="*/ 2855 h 3472"/>
              <a:gd name="T4" fmla="*/ 2114 w 2831"/>
              <a:gd name="T5" fmla="*/ 3172 h 3472"/>
              <a:gd name="T6" fmla="*/ 2628 w 2831"/>
              <a:gd name="T7" fmla="*/ 2656 h 3472"/>
              <a:gd name="T8" fmla="*/ 2538 w 2831"/>
              <a:gd name="T9" fmla="*/ 2529 h 3472"/>
              <a:gd name="T10" fmla="*/ 1440 w 2831"/>
              <a:gd name="T11" fmla="*/ 2529 h 3472"/>
              <a:gd name="T12" fmla="*/ 914 w 2831"/>
              <a:gd name="T13" fmla="*/ 2569 h 3472"/>
              <a:gd name="T14" fmla="*/ 928 w 2831"/>
              <a:gd name="T15" fmla="*/ 2433 h 3472"/>
              <a:gd name="T16" fmla="*/ 807 w 2831"/>
              <a:gd name="T17" fmla="*/ 2382 h 3472"/>
              <a:gd name="T18" fmla="*/ 439 w 2831"/>
              <a:gd name="T19" fmla="*/ 2514 h 3472"/>
              <a:gd name="T20" fmla="*/ 470 w 2831"/>
              <a:gd name="T21" fmla="*/ 2433 h 3472"/>
              <a:gd name="T22" fmla="*/ 2186 w 2831"/>
              <a:gd name="T23" fmla="*/ 2182 h 3472"/>
              <a:gd name="T24" fmla="*/ 2642 w 2831"/>
              <a:gd name="T25" fmla="*/ 2371 h 3472"/>
              <a:gd name="T26" fmla="*/ 2831 w 2831"/>
              <a:gd name="T27" fmla="*/ 2827 h 3472"/>
              <a:gd name="T28" fmla="*/ 2642 w 2831"/>
              <a:gd name="T29" fmla="*/ 3283 h 3472"/>
              <a:gd name="T30" fmla="*/ 2186 w 2831"/>
              <a:gd name="T31" fmla="*/ 3472 h 3472"/>
              <a:gd name="T32" fmla="*/ 1729 w 2831"/>
              <a:gd name="T33" fmla="*/ 3283 h 3472"/>
              <a:gd name="T34" fmla="*/ 1540 w 2831"/>
              <a:gd name="T35" fmla="*/ 2827 h 3472"/>
              <a:gd name="T36" fmla="*/ 1729 w 2831"/>
              <a:gd name="T37" fmla="*/ 2371 h 3472"/>
              <a:gd name="T38" fmla="*/ 2186 w 2831"/>
              <a:gd name="T39" fmla="*/ 2182 h 3472"/>
              <a:gd name="T40" fmla="*/ 1540 w 2831"/>
              <a:gd name="T41" fmla="*/ 2083 h 3472"/>
              <a:gd name="T42" fmla="*/ 914 w 2831"/>
              <a:gd name="T43" fmla="*/ 2123 h 3472"/>
              <a:gd name="T44" fmla="*/ 928 w 2831"/>
              <a:gd name="T45" fmla="*/ 1986 h 3472"/>
              <a:gd name="T46" fmla="*/ 807 w 2831"/>
              <a:gd name="T47" fmla="*/ 1957 h 3472"/>
              <a:gd name="T48" fmla="*/ 439 w 2831"/>
              <a:gd name="T49" fmla="*/ 2088 h 3472"/>
              <a:gd name="T50" fmla="*/ 470 w 2831"/>
              <a:gd name="T51" fmla="*/ 2007 h 3472"/>
              <a:gd name="T52" fmla="*/ 944 w 2831"/>
              <a:gd name="T53" fmla="*/ 1588 h 3472"/>
              <a:gd name="T54" fmla="*/ 1786 w 2831"/>
              <a:gd name="T55" fmla="*/ 1702 h 3472"/>
              <a:gd name="T56" fmla="*/ 904 w 2831"/>
              <a:gd name="T57" fmla="*/ 1716 h 3472"/>
              <a:gd name="T58" fmla="*/ 944 w 2831"/>
              <a:gd name="T59" fmla="*/ 1588 h 3472"/>
              <a:gd name="T60" fmla="*/ 800 w 2831"/>
              <a:gd name="T61" fmla="*/ 1548 h 3472"/>
              <a:gd name="T62" fmla="*/ 430 w 2831"/>
              <a:gd name="T63" fmla="*/ 1656 h 3472"/>
              <a:gd name="T64" fmla="*/ 484 w 2831"/>
              <a:gd name="T65" fmla="*/ 1589 h 3472"/>
              <a:gd name="T66" fmla="*/ 1738 w 2831"/>
              <a:gd name="T67" fmla="*/ 1140 h 3472"/>
              <a:gd name="T68" fmla="*/ 1778 w 2831"/>
              <a:gd name="T69" fmla="*/ 1269 h 3472"/>
              <a:gd name="T70" fmla="*/ 896 w 2831"/>
              <a:gd name="T71" fmla="*/ 1255 h 3472"/>
              <a:gd name="T72" fmla="*/ 769 w 2831"/>
              <a:gd name="T73" fmla="*/ 1030 h 3472"/>
              <a:gd name="T74" fmla="*/ 616 w 2831"/>
              <a:gd name="T75" fmla="*/ 1312 h 3472"/>
              <a:gd name="T76" fmla="*/ 423 w 2831"/>
              <a:gd name="T77" fmla="*/ 1202 h 3472"/>
              <a:gd name="T78" fmla="*/ 496 w 2831"/>
              <a:gd name="T79" fmla="*/ 1154 h 3472"/>
              <a:gd name="T80" fmla="*/ 548 w 2831"/>
              <a:gd name="T81" fmla="*/ 372 h 3472"/>
              <a:gd name="T82" fmla="*/ 681 w 2831"/>
              <a:gd name="T83" fmla="*/ 618 h 3472"/>
              <a:gd name="T84" fmla="*/ 1588 w 2831"/>
              <a:gd name="T85" fmla="*/ 597 h 3472"/>
              <a:gd name="T86" fmla="*/ 1683 w 2831"/>
              <a:gd name="T87" fmla="*/ 347 h 3472"/>
              <a:gd name="T88" fmla="*/ 2201 w 2831"/>
              <a:gd name="T89" fmla="*/ 438 h 3472"/>
              <a:gd name="T90" fmla="*/ 2118 w 2831"/>
              <a:gd name="T91" fmla="*/ 2037 h 3472"/>
              <a:gd name="T92" fmla="*/ 1412 w 2831"/>
              <a:gd name="T93" fmla="*/ 3005 h 3472"/>
              <a:gd name="T94" fmla="*/ 47 w 2831"/>
              <a:gd name="T95" fmla="*/ 3054 h 3472"/>
              <a:gd name="T96" fmla="*/ 21 w 2831"/>
              <a:gd name="T97" fmla="*/ 455 h 3472"/>
              <a:gd name="T98" fmla="*/ 1118 w 2831"/>
              <a:gd name="T99" fmla="*/ 99 h 3472"/>
              <a:gd name="T100" fmla="*/ 1053 w 2831"/>
              <a:gd name="T101" fmla="*/ 211 h 3472"/>
              <a:gd name="T102" fmla="*/ 1182 w 2831"/>
              <a:gd name="T103" fmla="*/ 211 h 3472"/>
              <a:gd name="T104" fmla="*/ 1118 w 2831"/>
              <a:gd name="T105" fmla="*/ 99 h 3472"/>
              <a:gd name="T106" fmla="*/ 1268 w 2831"/>
              <a:gd name="T107" fmla="*/ 85 h 3472"/>
              <a:gd name="T108" fmla="*/ 1328 w 2831"/>
              <a:gd name="T109" fmla="*/ 238 h 3472"/>
              <a:gd name="T110" fmla="*/ 1564 w 2831"/>
              <a:gd name="T111" fmla="*/ 312 h 3472"/>
              <a:gd name="T112" fmla="*/ 1547 w 2831"/>
              <a:gd name="T113" fmla="*/ 503 h 3472"/>
              <a:gd name="T114" fmla="*/ 711 w 2831"/>
              <a:gd name="T115" fmla="*/ 521 h 3472"/>
              <a:gd name="T116" fmla="*/ 657 w 2831"/>
              <a:gd name="T117" fmla="*/ 338 h 3472"/>
              <a:gd name="T118" fmla="*/ 889 w 2831"/>
              <a:gd name="T119" fmla="*/ 245 h 3472"/>
              <a:gd name="T120" fmla="*/ 954 w 2831"/>
              <a:gd name="T121" fmla="*/ 112 h 3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831" h="3472">
                <a:moveTo>
                  <a:pt x="2538" y="2529"/>
                </a:moveTo>
                <a:lnTo>
                  <a:pt x="2517" y="2531"/>
                </a:lnTo>
                <a:lnTo>
                  <a:pt x="2496" y="2537"/>
                </a:lnTo>
                <a:lnTo>
                  <a:pt x="2476" y="2547"/>
                </a:lnTo>
                <a:lnTo>
                  <a:pt x="2459" y="2563"/>
                </a:lnTo>
                <a:lnTo>
                  <a:pt x="2124" y="2939"/>
                </a:lnTo>
                <a:lnTo>
                  <a:pt x="1950" y="2800"/>
                </a:lnTo>
                <a:lnTo>
                  <a:pt x="1930" y="2787"/>
                </a:lnTo>
                <a:lnTo>
                  <a:pt x="1909" y="2780"/>
                </a:lnTo>
                <a:lnTo>
                  <a:pt x="1888" y="2778"/>
                </a:lnTo>
                <a:lnTo>
                  <a:pt x="1866" y="2780"/>
                </a:lnTo>
                <a:lnTo>
                  <a:pt x="1845" y="2787"/>
                </a:lnTo>
                <a:lnTo>
                  <a:pt x="1826" y="2799"/>
                </a:lnTo>
                <a:lnTo>
                  <a:pt x="1810" y="2814"/>
                </a:lnTo>
                <a:lnTo>
                  <a:pt x="1797" y="2834"/>
                </a:lnTo>
                <a:lnTo>
                  <a:pt x="1791" y="2855"/>
                </a:lnTo>
                <a:lnTo>
                  <a:pt x="1788" y="2876"/>
                </a:lnTo>
                <a:lnTo>
                  <a:pt x="1791" y="2899"/>
                </a:lnTo>
                <a:lnTo>
                  <a:pt x="1797" y="2920"/>
                </a:lnTo>
                <a:lnTo>
                  <a:pt x="1809" y="2938"/>
                </a:lnTo>
                <a:lnTo>
                  <a:pt x="1826" y="2954"/>
                </a:lnTo>
                <a:lnTo>
                  <a:pt x="2073" y="3152"/>
                </a:lnTo>
                <a:lnTo>
                  <a:pt x="2093" y="3165"/>
                </a:lnTo>
                <a:lnTo>
                  <a:pt x="2114" y="3172"/>
                </a:lnTo>
                <a:lnTo>
                  <a:pt x="2135" y="3174"/>
                </a:lnTo>
                <a:lnTo>
                  <a:pt x="2156" y="3172"/>
                </a:lnTo>
                <a:lnTo>
                  <a:pt x="2175" y="3166"/>
                </a:lnTo>
                <a:lnTo>
                  <a:pt x="2194" y="3155"/>
                </a:lnTo>
                <a:lnTo>
                  <a:pt x="2210" y="3142"/>
                </a:lnTo>
                <a:lnTo>
                  <a:pt x="2607" y="2694"/>
                </a:lnTo>
                <a:lnTo>
                  <a:pt x="2620" y="2676"/>
                </a:lnTo>
                <a:lnTo>
                  <a:pt x="2628" y="2656"/>
                </a:lnTo>
                <a:lnTo>
                  <a:pt x="2633" y="2633"/>
                </a:lnTo>
                <a:lnTo>
                  <a:pt x="2631" y="2612"/>
                </a:lnTo>
                <a:lnTo>
                  <a:pt x="2625" y="2591"/>
                </a:lnTo>
                <a:lnTo>
                  <a:pt x="2615" y="2571"/>
                </a:lnTo>
                <a:lnTo>
                  <a:pt x="2599" y="2555"/>
                </a:lnTo>
                <a:lnTo>
                  <a:pt x="2580" y="2542"/>
                </a:lnTo>
                <a:lnTo>
                  <a:pt x="2560" y="2534"/>
                </a:lnTo>
                <a:lnTo>
                  <a:pt x="2538" y="2529"/>
                </a:lnTo>
                <a:close/>
                <a:moveTo>
                  <a:pt x="944" y="2430"/>
                </a:moveTo>
                <a:lnTo>
                  <a:pt x="1391" y="2430"/>
                </a:lnTo>
                <a:lnTo>
                  <a:pt x="1406" y="2433"/>
                </a:lnTo>
                <a:lnTo>
                  <a:pt x="1420" y="2440"/>
                </a:lnTo>
                <a:lnTo>
                  <a:pt x="1431" y="2450"/>
                </a:lnTo>
                <a:lnTo>
                  <a:pt x="1438" y="2464"/>
                </a:lnTo>
                <a:lnTo>
                  <a:pt x="1440" y="2480"/>
                </a:lnTo>
                <a:lnTo>
                  <a:pt x="1440" y="2529"/>
                </a:lnTo>
                <a:lnTo>
                  <a:pt x="1438" y="2545"/>
                </a:lnTo>
                <a:lnTo>
                  <a:pt x="1431" y="2559"/>
                </a:lnTo>
                <a:lnTo>
                  <a:pt x="1420" y="2569"/>
                </a:lnTo>
                <a:lnTo>
                  <a:pt x="1406" y="2577"/>
                </a:lnTo>
                <a:lnTo>
                  <a:pt x="1391" y="2579"/>
                </a:lnTo>
                <a:lnTo>
                  <a:pt x="944" y="2579"/>
                </a:lnTo>
                <a:lnTo>
                  <a:pt x="928" y="2577"/>
                </a:lnTo>
                <a:lnTo>
                  <a:pt x="914" y="2569"/>
                </a:lnTo>
                <a:lnTo>
                  <a:pt x="904" y="2559"/>
                </a:lnTo>
                <a:lnTo>
                  <a:pt x="896" y="2545"/>
                </a:lnTo>
                <a:lnTo>
                  <a:pt x="894" y="2529"/>
                </a:lnTo>
                <a:lnTo>
                  <a:pt x="894" y="2480"/>
                </a:lnTo>
                <a:lnTo>
                  <a:pt x="896" y="2464"/>
                </a:lnTo>
                <a:lnTo>
                  <a:pt x="904" y="2450"/>
                </a:lnTo>
                <a:lnTo>
                  <a:pt x="914" y="2440"/>
                </a:lnTo>
                <a:lnTo>
                  <a:pt x="928" y="2433"/>
                </a:lnTo>
                <a:lnTo>
                  <a:pt x="944" y="2430"/>
                </a:lnTo>
                <a:close/>
                <a:moveTo>
                  <a:pt x="769" y="2319"/>
                </a:moveTo>
                <a:lnTo>
                  <a:pt x="783" y="2322"/>
                </a:lnTo>
                <a:lnTo>
                  <a:pt x="795" y="2330"/>
                </a:lnTo>
                <a:lnTo>
                  <a:pt x="805" y="2341"/>
                </a:lnTo>
                <a:lnTo>
                  <a:pt x="810" y="2355"/>
                </a:lnTo>
                <a:lnTo>
                  <a:pt x="810" y="2368"/>
                </a:lnTo>
                <a:lnTo>
                  <a:pt x="807" y="2382"/>
                </a:lnTo>
                <a:lnTo>
                  <a:pt x="800" y="2395"/>
                </a:lnTo>
                <a:lnTo>
                  <a:pt x="616" y="2600"/>
                </a:lnTo>
                <a:lnTo>
                  <a:pt x="606" y="2608"/>
                </a:lnTo>
                <a:lnTo>
                  <a:pt x="594" y="2613"/>
                </a:lnTo>
                <a:lnTo>
                  <a:pt x="581" y="2616"/>
                </a:lnTo>
                <a:lnTo>
                  <a:pt x="567" y="2612"/>
                </a:lnTo>
                <a:lnTo>
                  <a:pt x="553" y="2605"/>
                </a:lnTo>
                <a:lnTo>
                  <a:pt x="439" y="2514"/>
                </a:lnTo>
                <a:lnTo>
                  <a:pt x="430" y="2503"/>
                </a:lnTo>
                <a:lnTo>
                  <a:pt x="423" y="2490"/>
                </a:lnTo>
                <a:lnTo>
                  <a:pt x="422" y="2477"/>
                </a:lnTo>
                <a:lnTo>
                  <a:pt x="425" y="2463"/>
                </a:lnTo>
                <a:lnTo>
                  <a:pt x="432" y="2449"/>
                </a:lnTo>
                <a:lnTo>
                  <a:pt x="442" y="2440"/>
                </a:lnTo>
                <a:lnTo>
                  <a:pt x="456" y="2435"/>
                </a:lnTo>
                <a:lnTo>
                  <a:pt x="470" y="2433"/>
                </a:lnTo>
                <a:lnTo>
                  <a:pt x="484" y="2436"/>
                </a:lnTo>
                <a:lnTo>
                  <a:pt x="496" y="2443"/>
                </a:lnTo>
                <a:lnTo>
                  <a:pt x="576" y="2507"/>
                </a:lnTo>
                <a:lnTo>
                  <a:pt x="731" y="2334"/>
                </a:lnTo>
                <a:lnTo>
                  <a:pt x="742" y="2324"/>
                </a:lnTo>
                <a:lnTo>
                  <a:pt x="755" y="2320"/>
                </a:lnTo>
                <a:lnTo>
                  <a:pt x="769" y="2319"/>
                </a:lnTo>
                <a:close/>
                <a:moveTo>
                  <a:pt x="2186" y="2182"/>
                </a:moveTo>
                <a:lnTo>
                  <a:pt x="2251" y="2185"/>
                </a:lnTo>
                <a:lnTo>
                  <a:pt x="2316" y="2196"/>
                </a:lnTo>
                <a:lnTo>
                  <a:pt x="2378" y="2212"/>
                </a:lnTo>
                <a:lnTo>
                  <a:pt x="2437" y="2233"/>
                </a:lnTo>
                <a:lnTo>
                  <a:pt x="2494" y="2260"/>
                </a:lnTo>
                <a:lnTo>
                  <a:pt x="2546" y="2293"/>
                </a:lnTo>
                <a:lnTo>
                  <a:pt x="2596" y="2329"/>
                </a:lnTo>
                <a:lnTo>
                  <a:pt x="2642" y="2371"/>
                </a:lnTo>
                <a:lnTo>
                  <a:pt x="2683" y="2417"/>
                </a:lnTo>
                <a:lnTo>
                  <a:pt x="2721" y="2466"/>
                </a:lnTo>
                <a:lnTo>
                  <a:pt x="2753" y="2520"/>
                </a:lnTo>
                <a:lnTo>
                  <a:pt x="2780" y="2577"/>
                </a:lnTo>
                <a:lnTo>
                  <a:pt x="2802" y="2636"/>
                </a:lnTo>
                <a:lnTo>
                  <a:pt x="2818" y="2698"/>
                </a:lnTo>
                <a:lnTo>
                  <a:pt x="2828" y="2761"/>
                </a:lnTo>
                <a:lnTo>
                  <a:pt x="2831" y="2827"/>
                </a:lnTo>
                <a:lnTo>
                  <a:pt x="2828" y="2893"/>
                </a:lnTo>
                <a:lnTo>
                  <a:pt x="2818" y="2958"/>
                </a:lnTo>
                <a:lnTo>
                  <a:pt x="2802" y="3019"/>
                </a:lnTo>
                <a:lnTo>
                  <a:pt x="2780" y="3079"/>
                </a:lnTo>
                <a:lnTo>
                  <a:pt x="2753" y="3134"/>
                </a:lnTo>
                <a:lnTo>
                  <a:pt x="2721" y="3188"/>
                </a:lnTo>
                <a:lnTo>
                  <a:pt x="2683" y="3237"/>
                </a:lnTo>
                <a:lnTo>
                  <a:pt x="2642" y="3283"/>
                </a:lnTo>
                <a:lnTo>
                  <a:pt x="2596" y="3325"/>
                </a:lnTo>
                <a:lnTo>
                  <a:pt x="2546" y="3362"/>
                </a:lnTo>
                <a:lnTo>
                  <a:pt x="2494" y="3394"/>
                </a:lnTo>
                <a:lnTo>
                  <a:pt x="2437" y="3421"/>
                </a:lnTo>
                <a:lnTo>
                  <a:pt x="2378" y="3443"/>
                </a:lnTo>
                <a:lnTo>
                  <a:pt x="2316" y="3459"/>
                </a:lnTo>
                <a:lnTo>
                  <a:pt x="2251" y="3469"/>
                </a:lnTo>
                <a:lnTo>
                  <a:pt x="2186" y="3472"/>
                </a:lnTo>
                <a:lnTo>
                  <a:pt x="2120" y="3469"/>
                </a:lnTo>
                <a:lnTo>
                  <a:pt x="2055" y="3459"/>
                </a:lnTo>
                <a:lnTo>
                  <a:pt x="1993" y="3443"/>
                </a:lnTo>
                <a:lnTo>
                  <a:pt x="1934" y="3421"/>
                </a:lnTo>
                <a:lnTo>
                  <a:pt x="1877" y="3394"/>
                </a:lnTo>
                <a:lnTo>
                  <a:pt x="1825" y="3362"/>
                </a:lnTo>
                <a:lnTo>
                  <a:pt x="1775" y="3325"/>
                </a:lnTo>
                <a:lnTo>
                  <a:pt x="1729" y="3283"/>
                </a:lnTo>
                <a:lnTo>
                  <a:pt x="1688" y="3237"/>
                </a:lnTo>
                <a:lnTo>
                  <a:pt x="1650" y="3188"/>
                </a:lnTo>
                <a:lnTo>
                  <a:pt x="1618" y="3134"/>
                </a:lnTo>
                <a:lnTo>
                  <a:pt x="1591" y="3079"/>
                </a:lnTo>
                <a:lnTo>
                  <a:pt x="1569" y="3019"/>
                </a:lnTo>
                <a:lnTo>
                  <a:pt x="1553" y="2958"/>
                </a:lnTo>
                <a:lnTo>
                  <a:pt x="1543" y="2893"/>
                </a:lnTo>
                <a:lnTo>
                  <a:pt x="1540" y="2827"/>
                </a:lnTo>
                <a:lnTo>
                  <a:pt x="1543" y="2761"/>
                </a:lnTo>
                <a:lnTo>
                  <a:pt x="1553" y="2698"/>
                </a:lnTo>
                <a:lnTo>
                  <a:pt x="1569" y="2636"/>
                </a:lnTo>
                <a:lnTo>
                  <a:pt x="1591" y="2577"/>
                </a:lnTo>
                <a:lnTo>
                  <a:pt x="1618" y="2520"/>
                </a:lnTo>
                <a:lnTo>
                  <a:pt x="1650" y="2466"/>
                </a:lnTo>
                <a:lnTo>
                  <a:pt x="1688" y="2417"/>
                </a:lnTo>
                <a:lnTo>
                  <a:pt x="1729" y="2371"/>
                </a:lnTo>
                <a:lnTo>
                  <a:pt x="1775" y="2329"/>
                </a:lnTo>
                <a:lnTo>
                  <a:pt x="1825" y="2293"/>
                </a:lnTo>
                <a:lnTo>
                  <a:pt x="1877" y="2260"/>
                </a:lnTo>
                <a:lnTo>
                  <a:pt x="1934" y="2233"/>
                </a:lnTo>
                <a:lnTo>
                  <a:pt x="1993" y="2212"/>
                </a:lnTo>
                <a:lnTo>
                  <a:pt x="2055" y="2196"/>
                </a:lnTo>
                <a:lnTo>
                  <a:pt x="2120" y="2185"/>
                </a:lnTo>
                <a:lnTo>
                  <a:pt x="2186" y="2182"/>
                </a:lnTo>
                <a:close/>
                <a:moveTo>
                  <a:pt x="944" y="1984"/>
                </a:moveTo>
                <a:lnTo>
                  <a:pt x="1491" y="1984"/>
                </a:lnTo>
                <a:lnTo>
                  <a:pt x="1505" y="1986"/>
                </a:lnTo>
                <a:lnTo>
                  <a:pt x="1519" y="1994"/>
                </a:lnTo>
                <a:lnTo>
                  <a:pt x="1531" y="2004"/>
                </a:lnTo>
                <a:lnTo>
                  <a:pt x="1537" y="2018"/>
                </a:lnTo>
                <a:lnTo>
                  <a:pt x="1540" y="2034"/>
                </a:lnTo>
                <a:lnTo>
                  <a:pt x="1540" y="2083"/>
                </a:lnTo>
                <a:lnTo>
                  <a:pt x="1537" y="2099"/>
                </a:lnTo>
                <a:lnTo>
                  <a:pt x="1531" y="2113"/>
                </a:lnTo>
                <a:lnTo>
                  <a:pt x="1519" y="2123"/>
                </a:lnTo>
                <a:lnTo>
                  <a:pt x="1505" y="2131"/>
                </a:lnTo>
                <a:lnTo>
                  <a:pt x="1491" y="2133"/>
                </a:lnTo>
                <a:lnTo>
                  <a:pt x="944" y="2133"/>
                </a:lnTo>
                <a:lnTo>
                  <a:pt x="928" y="2131"/>
                </a:lnTo>
                <a:lnTo>
                  <a:pt x="914" y="2123"/>
                </a:lnTo>
                <a:lnTo>
                  <a:pt x="904" y="2113"/>
                </a:lnTo>
                <a:lnTo>
                  <a:pt x="896" y="2099"/>
                </a:lnTo>
                <a:lnTo>
                  <a:pt x="894" y="2083"/>
                </a:lnTo>
                <a:lnTo>
                  <a:pt x="894" y="2034"/>
                </a:lnTo>
                <a:lnTo>
                  <a:pt x="896" y="2018"/>
                </a:lnTo>
                <a:lnTo>
                  <a:pt x="904" y="2004"/>
                </a:lnTo>
                <a:lnTo>
                  <a:pt x="914" y="1994"/>
                </a:lnTo>
                <a:lnTo>
                  <a:pt x="928" y="1986"/>
                </a:lnTo>
                <a:lnTo>
                  <a:pt x="944" y="1984"/>
                </a:lnTo>
                <a:close/>
                <a:moveTo>
                  <a:pt x="769" y="1894"/>
                </a:moveTo>
                <a:lnTo>
                  <a:pt x="783" y="1897"/>
                </a:lnTo>
                <a:lnTo>
                  <a:pt x="795" y="1905"/>
                </a:lnTo>
                <a:lnTo>
                  <a:pt x="805" y="1916"/>
                </a:lnTo>
                <a:lnTo>
                  <a:pt x="810" y="1930"/>
                </a:lnTo>
                <a:lnTo>
                  <a:pt x="810" y="1943"/>
                </a:lnTo>
                <a:lnTo>
                  <a:pt x="807" y="1957"/>
                </a:lnTo>
                <a:lnTo>
                  <a:pt x="800" y="1970"/>
                </a:lnTo>
                <a:lnTo>
                  <a:pt x="616" y="2175"/>
                </a:lnTo>
                <a:lnTo>
                  <a:pt x="606" y="2183"/>
                </a:lnTo>
                <a:lnTo>
                  <a:pt x="594" y="2188"/>
                </a:lnTo>
                <a:lnTo>
                  <a:pt x="581" y="2191"/>
                </a:lnTo>
                <a:lnTo>
                  <a:pt x="567" y="2187"/>
                </a:lnTo>
                <a:lnTo>
                  <a:pt x="553" y="2180"/>
                </a:lnTo>
                <a:lnTo>
                  <a:pt x="439" y="2088"/>
                </a:lnTo>
                <a:lnTo>
                  <a:pt x="430" y="2078"/>
                </a:lnTo>
                <a:lnTo>
                  <a:pt x="423" y="2065"/>
                </a:lnTo>
                <a:lnTo>
                  <a:pt x="422" y="2052"/>
                </a:lnTo>
                <a:lnTo>
                  <a:pt x="425" y="2038"/>
                </a:lnTo>
                <a:lnTo>
                  <a:pt x="432" y="2024"/>
                </a:lnTo>
                <a:lnTo>
                  <a:pt x="442" y="2015"/>
                </a:lnTo>
                <a:lnTo>
                  <a:pt x="456" y="2010"/>
                </a:lnTo>
                <a:lnTo>
                  <a:pt x="470" y="2007"/>
                </a:lnTo>
                <a:lnTo>
                  <a:pt x="484" y="2011"/>
                </a:lnTo>
                <a:lnTo>
                  <a:pt x="496" y="2018"/>
                </a:lnTo>
                <a:lnTo>
                  <a:pt x="576" y="2082"/>
                </a:lnTo>
                <a:lnTo>
                  <a:pt x="731" y="1909"/>
                </a:lnTo>
                <a:lnTo>
                  <a:pt x="742" y="1899"/>
                </a:lnTo>
                <a:lnTo>
                  <a:pt x="755" y="1895"/>
                </a:lnTo>
                <a:lnTo>
                  <a:pt x="769" y="1894"/>
                </a:lnTo>
                <a:close/>
                <a:moveTo>
                  <a:pt x="944" y="1588"/>
                </a:moveTo>
                <a:lnTo>
                  <a:pt x="1738" y="1588"/>
                </a:lnTo>
                <a:lnTo>
                  <a:pt x="1754" y="1590"/>
                </a:lnTo>
                <a:lnTo>
                  <a:pt x="1768" y="1597"/>
                </a:lnTo>
                <a:lnTo>
                  <a:pt x="1778" y="1608"/>
                </a:lnTo>
                <a:lnTo>
                  <a:pt x="1786" y="1621"/>
                </a:lnTo>
                <a:lnTo>
                  <a:pt x="1788" y="1637"/>
                </a:lnTo>
                <a:lnTo>
                  <a:pt x="1788" y="1687"/>
                </a:lnTo>
                <a:lnTo>
                  <a:pt x="1786" y="1702"/>
                </a:lnTo>
                <a:lnTo>
                  <a:pt x="1778" y="1716"/>
                </a:lnTo>
                <a:lnTo>
                  <a:pt x="1768" y="1727"/>
                </a:lnTo>
                <a:lnTo>
                  <a:pt x="1754" y="1734"/>
                </a:lnTo>
                <a:lnTo>
                  <a:pt x="1738" y="1736"/>
                </a:lnTo>
                <a:lnTo>
                  <a:pt x="944" y="1736"/>
                </a:lnTo>
                <a:lnTo>
                  <a:pt x="928" y="1734"/>
                </a:lnTo>
                <a:lnTo>
                  <a:pt x="914" y="1727"/>
                </a:lnTo>
                <a:lnTo>
                  <a:pt x="904" y="1716"/>
                </a:lnTo>
                <a:lnTo>
                  <a:pt x="896" y="1702"/>
                </a:lnTo>
                <a:lnTo>
                  <a:pt x="894" y="1687"/>
                </a:lnTo>
                <a:lnTo>
                  <a:pt x="894" y="1637"/>
                </a:lnTo>
                <a:lnTo>
                  <a:pt x="896" y="1621"/>
                </a:lnTo>
                <a:lnTo>
                  <a:pt x="904" y="1608"/>
                </a:lnTo>
                <a:lnTo>
                  <a:pt x="914" y="1597"/>
                </a:lnTo>
                <a:lnTo>
                  <a:pt x="928" y="1590"/>
                </a:lnTo>
                <a:lnTo>
                  <a:pt x="944" y="1588"/>
                </a:lnTo>
                <a:close/>
                <a:moveTo>
                  <a:pt x="769" y="1472"/>
                </a:moveTo>
                <a:lnTo>
                  <a:pt x="783" y="1475"/>
                </a:lnTo>
                <a:lnTo>
                  <a:pt x="795" y="1483"/>
                </a:lnTo>
                <a:lnTo>
                  <a:pt x="805" y="1494"/>
                </a:lnTo>
                <a:lnTo>
                  <a:pt x="810" y="1508"/>
                </a:lnTo>
                <a:lnTo>
                  <a:pt x="810" y="1521"/>
                </a:lnTo>
                <a:lnTo>
                  <a:pt x="807" y="1535"/>
                </a:lnTo>
                <a:lnTo>
                  <a:pt x="800" y="1548"/>
                </a:lnTo>
                <a:lnTo>
                  <a:pt x="616" y="1753"/>
                </a:lnTo>
                <a:lnTo>
                  <a:pt x="606" y="1761"/>
                </a:lnTo>
                <a:lnTo>
                  <a:pt x="594" y="1767"/>
                </a:lnTo>
                <a:lnTo>
                  <a:pt x="581" y="1769"/>
                </a:lnTo>
                <a:lnTo>
                  <a:pt x="567" y="1765"/>
                </a:lnTo>
                <a:lnTo>
                  <a:pt x="553" y="1758"/>
                </a:lnTo>
                <a:lnTo>
                  <a:pt x="439" y="1667"/>
                </a:lnTo>
                <a:lnTo>
                  <a:pt x="430" y="1656"/>
                </a:lnTo>
                <a:lnTo>
                  <a:pt x="423" y="1643"/>
                </a:lnTo>
                <a:lnTo>
                  <a:pt x="422" y="1630"/>
                </a:lnTo>
                <a:lnTo>
                  <a:pt x="425" y="1615"/>
                </a:lnTo>
                <a:lnTo>
                  <a:pt x="432" y="1602"/>
                </a:lnTo>
                <a:lnTo>
                  <a:pt x="442" y="1593"/>
                </a:lnTo>
                <a:lnTo>
                  <a:pt x="456" y="1588"/>
                </a:lnTo>
                <a:lnTo>
                  <a:pt x="470" y="1586"/>
                </a:lnTo>
                <a:lnTo>
                  <a:pt x="484" y="1589"/>
                </a:lnTo>
                <a:lnTo>
                  <a:pt x="496" y="1596"/>
                </a:lnTo>
                <a:lnTo>
                  <a:pt x="576" y="1660"/>
                </a:lnTo>
                <a:lnTo>
                  <a:pt x="731" y="1487"/>
                </a:lnTo>
                <a:lnTo>
                  <a:pt x="742" y="1477"/>
                </a:lnTo>
                <a:lnTo>
                  <a:pt x="755" y="1473"/>
                </a:lnTo>
                <a:lnTo>
                  <a:pt x="769" y="1472"/>
                </a:lnTo>
                <a:close/>
                <a:moveTo>
                  <a:pt x="944" y="1140"/>
                </a:moveTo>
                <a:lnTo>
                  <a:pt x="1738" y="1140"/>
                </a:lnTo>
                <a:lnTo>
                  <a:pt x="1754" y="1144"/>
                </a:lnTo>
                <a:lnTo>
                  <a:pt x="1768" y="1150"/>
                </a:lnTo>
                <a:lnTo>
                  <a:pt x="1778" y="1162"/>
                </a:lnTo>
                <a:lnTo>
                  <a:pt x="1786" y="1175"/>
                </a:lnTo>
                <a:lnTo>
                  <a:pt x="1788" y="1190"/>
                </a:lnTo>
                <a:lnTo>
                  <a:pt x="1788" y="1240"/>
                </a:lnTo>
                <a:lnTo>
                  <a:pt x="1786" y="1255"/>
                </a:lnTo>
                <a:lnTo>
                  <a:pt x="1778" y="1269"/>
                </a:lnTo>
                <a:lnTo>
                  <a:pt x="1768" y="1280"/>
                </a:lnTo>
                <a:lnTo>
                  <a:pt x="1754" y="1287"/>
                </a:lnTo>
                <a:lnTo>
                  <a:pt x="1738" y="1290"/>
                </a:lnTo>
                <a:lnTo>
                  <a:pt x="944" y="1290"/>
                </a:lnTo>
                <a:lnTo>
                  <a:pt x="928" y="1287"/>
                </a:lnTo>
                <a:lnTo>
                  <a:pt x="914" y="1280"/>
                </a:lnTo>
                <a:lnTo>
                  <a:pt x="904" y="1269"/>
                </a:lnTo>
                <a:lnTo>
                  <a:pt x="896" y="1255"/>
                </a:lnTo>
                <a:lnTo>
                  <a:pt x="894" y="1240"/>
                </a:lnTo>
                <a:lnTo>
                  <a:pt x="894" y="1190"/>
                </a:lnTo>
                <a:lnTo>
                  <a:pt x="896" y="1175"/>
                </a:lnTo>
                <a:lnTo>
                  <a:pt x="904" y="1162"/>
                </a:lnTo>
                <a:lnTo>
                  <a:pt x="914" y="1150"/>
                </a:lnTo>
                <a:lnTo>
                  <a:pt x="928" y="1144"/>
                </a:lnTo>
                <a:lnTo>
                  <a:pt x="944" y="1140"/>
                </a:lnTo>
                <a:close/>
                <a:moveTo>
                  <a:pt x="769" y="1030"/>
                </a:moveTo>
                <a:lnTo>
                  <a:pt x="783" y="1034"/>
                </a:lnTo>
                <a:lnTo>
                  <a:pt x="795" y="1042"/>
                </a:lnTo>
                <a:lnTo>
                  <a:pt x="805" y="1053"/>
                </a:lnTo>
                <a:lnTo>
                  <a:pt x="810" y="1066"/>
                </a:lnTo>
                <a:lnTo>
                  <a:pt x="810" y="1081"/>
                </a:lnTo>
                <a:lnTo>
                  <a:pt x="807" y="1094"/>
                </a:lnTo>
                <a:lnTo>
                  <a:pt x="800" y="1106"/>
                </a:lnTo>
                <a:lnTo>
                  <a:pt x="616" y="1312"/>
                </a:lnTo>
                <a:lnTo>
                  <a:pt x="606" y="1320"/>
                </a:lnTo>
                <a:lnTo>
                  <a:pt x="594" y="1326"/>
                </a:lnTo>
                <a:lnTo>
                  <a:pt x="581" y="1327"/>
                </a:lnTo>
                <a:lnTo>
                  <a:pt x="567" y="1325"/>
                </a:lnTo>
                <a:lnTo>
                  <a:pt x="553" y="1317"/>
                </a:lnTo>
                <a:lnTo>
                  <a:pt x="439" y="1226"/>
                </a:lnTo>
                <a:lnTo>
                  <a:pt x="430" y="1215"/>
                </a:lnTo>
                <a:lnTo>
                  <a:pt x="423" y="1202"/>
                </a:lnTo>
                <a:lnTo>
                  <a:pt x="422" y="1188"/>
                </a:lnTo>
                <a:lnTo>
                  <a:pt x="425" y="1174"/>
                </a:lnTo>
                <a:lnTo>
                  <a:pt x="432" y="1162"/>
                </a:lnTo>
                <a:lnTo>
                  <a:pt x="442" y="1152"/>
                </a:lnTo>
                <a:lnTo>
                  <a:pt x="456" y="1146"/>
                </a:lnTo>
                <a:lnTo>
                  <a:pt x="470" y="1145"/>
                </a:lnTo>
                <a:lnTo>
                  <a:pt x="484" y="1147"/>
                </a:lnTo>
                <a:lnTo>
                  <a:pt x="496" y="1154"/>
                </a:lnTo>
                <a:lnTo>
                  <a:pt x="576" y="1218"/>
                </a:lnTo>
                <a:lnTo>
                  <a:pt x="731" y="1046"/>
                </a:lnTo>
                <a:lnTo>
                  <a:pt x="742" y="1036"/>
                </a:lnTo>
                <a:lnTo>
                  <a:pt x="755" y="1031"/>
                </a:lnTo>
                <a:lnTo>
                  <a:pt x="769" y="1030"/>
                </a:lnTo>
                <a:close/>
                <a:moveTo>
                  <a:pt x="150" y="347"/>
                </a:moveTo>
                <a:lnTo>
                  <a:pt x="552" y="347"/>
                </a:lnTo>
                <a:lnTo>
                  <a:pt x="548" y="372"/>
                </a:lnTo>
                <a:lnTo>
                  <a:pt x="547" y="399"/>
                </a:lnTo>
                <a:lnTo>
                  <a:pt x="550" y="439"/>
                </a:lnTo>
                <a:lnTo>
                  <a:pt x="559" y="477"/>
                </a:lnTo>
                <a:lnTo>
                  <a:pt x="574" y="511"/>
                </a:lnTo>
                <a:lnTo>
                  <a:pt x="594" y="544"/>
                </a:lnTo>
                <a:lnTo>
                  <a:pt x="618" y="572"/>
                </a:lnTo>
                <a:lnTo>
                  <a:pt x="648" y="598"/>
                </a:lnTo>
                <a:lnTo>
                  <a:pt x="681" y="618"/>
                </a:lnTo>
                <a:lnTo>
                  <a:pt x="715" y="632"/>
                </a:lnTo>
                <a:lnTo>
                  <a:pt x="753" y="642"/>
                </a:lnTo>
                <a:lnTo>
                  <a:pt x="793" y="645"/>
                </a:lnTo>
                <a:lnTo>
                  <a:pt x="1442" y="645"/>
                </a:lnTo>
                <a:lnTo>
                  <a:pt x="1482" y="642"/>
                </a:lnTo>
                <a:lnTo>
                  <a:pt x="1520" y="632"/>
                </a:lnTo>
                <a:lnTo>
                  <a:pt x="1555" y="618"/>
                </a:lnTo>
                <a:lnTo>
                  <a:pt x="1588" y="597"/>
                </a:lnTo>
                <a:lnTo>
                  <a:pt x="1616" y="572"/>
                </a:lnTo>
                <a:lnTo>
                  <a:pt x="1641" y="543"/>
                </a:lnTo>
                <a:lnTo>
                  <a:pt x="1661" y="510"/>
                </a:lnTo>
                <a:lnTo>
                  <a:pt x="1676" y="475"/>
                </a:lnTo>
                <a:lnTo>
                  <a:pt x="1686" y="436"/>
                </a:lnTo>
                <a:lnTo>
                  <a:pt x="1689" y="396"/>
                </a:lnTo>
                <a:lnTo>
                  <a:pt x="1688" y="371"/>
                </a:lnTo>
                <a:lnTo>
                  <a:pt x="1683" y="347"/>
                </a:lnTo>
                <a:lnTo>
                  <a:pt x="1987" y="347"/>
                </a:lnTo>
                <a:lnTo>
                  <a:pt x="2029" y="349"/>
                </a:lnTo>
                <a:lnTo>
                  <a:pt x="2067" y="356"/>
                </a:lnTo>
                <a:lnTo>
                  <a:pt x="2101" y="366"/>
                </a:lnTo>
                <a:lnTo>
                  <a:pt x="2132" y="379"/>
                </a:lnTo>
                <a:lnTo>
                  <a:pt x="2159" y="396"/>
                </a:lnTo>
                <a:lnTo>
                  <a:pt x="2182" y="416"/>
                </a:lnTo>
                <a:lnTo>
                  <a:pt x="2201" y="438"/>
                </a:lnTo>
                <a:lnTo>
                  <a:pt x="2215" y="462"/>
                </a:lnTo>
                <a:lnTo>
                  <a:pt x="2226" y="488"/>
                </a:lnTo>
                <a:lnTo>
                  <a:pt x="2233" y="517"/>
                </a:lnTo>
                <a:lnTo>
                  <a:pt x="2235" y="546"/>
                </a:lnTo>
                <a:lnTo>
                  <a:pt x="2235" y="2036"/>
                </a:lnTo>
                <a:lnTo>
                  <a:pt x="2210" y="2035"/>
                </a:lnTo>
                <a:lnTo>
                  <a:pt x="2186" y="2034"/>
                </a:lnTo>
                <a:lnTo>
                  <a:pt x="2118" y="2037"/>
                </a:lnTo>
                <a:lnTo>
                  <a:pt x="2051" y="2045"/>
                </a:lnTo>
                <a:lnTo>
                  <a:pt x="1987" y="2060"/>
                </a:lnTo>
                <a:lnTo>
                  <a:pt x="1987" y="893"/>
                </a:lnTo>
                <a:lnTo>
                  <a:pt x="249" y="893"/>
                </a:lnTo>
                <a:lnTo>
                  <a:pt x="249" y="2876"/>
                </a:lnTo>
                <a:lnTo>
                  <a:pt x="1394" y="2876"/>
                </a:lnTo>
                <a:lnTo>
                  <a:pt x="1400" y="2942"/>
                </a:lnTo>
                <a:lnTo>
                  <a:pt x="1412" y="3005"/>
                </a:lnTo>
                <a:lnTo>
                  <a:pt x="1429" y="3066"/>
                </a:lnTo>
                <a:lnTo>
                  <a:pt x="1450" y="3125"/>
                </a:lnTo>
                <a:lnTo>
                  <a:pt x="199" y="3125"/>
                </a:lnTo>
                <a:lnTo>
                  <a:pt x="163" y="3122"/>
                </a:lnTo>
                <a:lnTo>
                  <a:pt x="130" y="3112"/>
                </a:lnTo>
                <a:lnTo>
                  <a:pt x="99" y="3097"/>
                </a:lnTo>
                <a:lnTo>
                  <a:pt x="71" y="3079"/>
                </a:lnTo>
                <a:lnTo>
                  <a:pt x="47" y="3054"/>
                </a:lnTo>
                <a:lnTo>
                  <a:pt x="27" y="3027"/>
                </a:lnTo>
                <a:lnTo>
                  <a:pt x="13" y="2995"/>
                </a:lnTo>
                <a:lnTo>
                  <a:pt x="3" y="2962"/>
                </a:lnTo>
                <a:lnTo>
                  <a:pt x="0" y="2926"/>
                </a:lnTo>
                <a:lnTo>
                  <a:pt x="0" y="546"/>
                </a:lnTo>
                <a:lnTo>
                  <a:pt x="3" y="513"/>
                </a:lnTo>
                <a:lnTo>
                  <a:pt x="9" y="483"/>
                </a:lnTo>
                <a:lnTo>
                  <a:pt x="21" y="455"/>
                </a:lnTo>
                <a:lnTo>
                  <a:pt x="36" y="428"/>
                </a:lnTo>
                <a:lnTo>
                  <a:pt x="53" y="405"/>
                </a:lnTo>
                <a:lnTo>
                  <a:pt x="71" y="385"/>
                </a:lnTo>
                <a:lnTo>
                  <a:pt x="91" y="369"/>
                </a:lnTo>
                <a:lnTo>
                  <a:pt x="111" y="358"/>
                </a:lnTo>
                <a:lnTo>
                  <a:pt x="131" y="349"/>
                </a:lnTo>
                <a:lnTo>
                  <a:pt x="150" y="347"/>
                </a:lnTo>
                <a:close/>
                <a:moveTo>
                  <a:pt x="1118" y="99"/>
                </a:moveTo>
                <a:lnTo>
                  <a:pt x="1098" y="102"/>
                </a:lnTo>
                <a:lnTo>
                  <a:pt x="1080" y="109"/>
                </a:lnTo>
                <a:lnTo>
                  <a:pt x="1065" y="121"/>
                </a:lnTo>
                <a:lnTo>
                  <a:pt x="1053" y="136"/>
                </a:lnTo>
                <a:lnTo>
                  <a:pt x="1046" y="154"/>
                </a:lnTo>
                <a:lnTo>
                  <a:pt x="1043" y="174"/>
                </a:lnTo>
                <a:lnTo>
                  <a:pt x="1046" y="194"/>
                </a:lnTo>
                <a:lnTo>
                  <a:pt x="1053" y="211"/>
                </a:lnTo>
                <a:lnTo>
                  <a:pt x="1065" y="226"/>
                </a:lnTo>
                <a:lnTo>
                  <a:pt x="1080" y="238"/>
                </a:lnTo>
                <a:lnTo>
                  <a:pt x="1098" y="245"/>
                </a:lnTo>
                <a:lnTo>
                  <a:pt x="1118" y="248"/>
                </a:lnTo>
                <a:lnTo>
                  <a:pt x="1138" y="245"/>
                </a:lnTo>
                <a:lnTo>
                  <a:pt x="1156" y="238"/>
                </a:lnTo>
                <a:lnTo>
                  <a:pt x="1170" y="226"/>
                </a:lnTo>
                <a:lnTo>
                  <a:pt x="1182" y="211"/>
                </a:lnTo>
                <a:lnTo>
                  <a:pt x="1189" y="194"/>
                </a:lnTo>
                <a:lnTo>
                  <a:pt x="1193" y="174"/>
                </a:lnTo>
                <a:lnTo>
                  <a:pt x="1189" y="154"/>
                </a:lnTo>
                <a:lnTo>
                  <a:pt x="1182" y="136"/>
                </a:lnTo>
                <a:lnTo>
                  <a:pt x="1170" y="121"/>
                </a:lnTo>
                <a:lnTo>
                  <a:pt x="1156" y="109"/>
                </a:lnTo>
                <a:lnTo>
                  <a:pt x="1138" y="102"/>
                </a:lnTo>
                <a:lnTo>
                  <a:pt x="1118" y="99"/>
                </a:lnTo>
                <a:close/>
                <a:moveTo>
                  <a:pt x="1116" y="0"/>
                </a:moveTo>
                <a:lnTo>
                  <a:pt x="1120" y="0"/>
                </a:lnTo>
                <a:lnTo>
                  <a:pt x="1150" y="3"/>
                </a:lnTo>
                <a:lnTo>
                  <a:pt x="1180" y="11"/>
                </a:lnTo>
                <a:lnTo>
                  <a:pt x="1206" y="23"/>
                </a:lnTo>
                <a:lnTo>
                  <a:pt x="1230" y="40"/>
                </a:lnTo>
                <a:lnTo>
                  <a:pt x="1252" y="61"/>
                </a:lnTo>
                <a:lnTo>
                  <a:pt x="1268" y="85"/>
                </a:lnTo>
                <a:lnTo>
                  <a:pt x="1281" y="112"/>
                </a:lnTo>
                <a:lnTo>
                  <a:pt x="1288" y="141"/>
                </a:lnTo>
                <a:lnTo>
                  <a:pt x="1292" y="171"/>
                </a:lnTo>
                <a:lnTo>
                  <a:pt x="1292" y="174"/>
                </a:lnTo>
                <a:lnTo>
                  <a:pt x="1294" y="194"/>
                </a:lnTo>
                <a:lnTo>
                  <a:pt x="1302" y="211"/>
                </a:lnTo>
                <a:lnTo>
                  <a:pt x="1314" y="226"/>
                </a:lnTo>
                <a:lnTo>
                  <a:pt x="1328" y="238"/>
                </a:lnTo>
                <a:lnTo>
                  <a:pt x="1345" y="245"/>
                </a:lnTo>
                <a:lnTo>
                  <a:pt x="1365" y="248"/>
                </a:lnTo>
                <a:lnTo>
                  <a:pt x="1442" y="248"/>
                </a:lnTo>
                <a:lnTo>
                  <a:pt x="1472" y="251"/>
                </a:lnTo>
                <a:lnTo>
                  <a:pt x="1499" y="260"/>
                </a:lnTo>
                <a:lnTo>
                  <a:pt x="1524" y="274"/>
                </a:lnTo>
                <a:lnTo>
                  <a:pt x="1547" y="291"/>
                </a:lnTo>
                <a:lnTo>
                  <a:pt x="1564" y="312"/>
                </a:lnTo>
                <a:lnTo>
                  <a:pt x="1578" y="338"/>
                </a:lnTo>
                <a:lnTo>
                  <a:pt x="1587" y="366"/>
                </a:lnTo>
                <a:lnTo>
                  <a:pt x="1590" y="396"/>
                </a:lnTo>
                <a:lnTo>
                  <a:pt x="1590" y="399"/>
                </a:lnTo>
                <a:lnTo>
                  <a:pt x="1587" y="428"/>
                </a:lnTo>
                <a:lnTo>
                  <a:pt x="1578" y="456"/>
                </a:lnTo>
                <a:lnTo>
                  <a:pt x="1564" y="481"/>
                </a:lnTo>
                <a:lnTo>
                  <a:pt x="1547" y="503"/>
                </a:lnTo>
                <a:lnTo>
                  <a:pt x="1524" y="521"/>
                </a:lnTo>
                <a:lnTo>
                  <a:pt x="1499" y="534"/>
                </a:lnTo>
                <a:lnTo>
                  <a:pt x="1472" y="543"/>
                </a:lnTo>
                <a:lnTo>
                  <a:pt x="1442" y="546"/>
                </a:lnTo>
                <a:lnTo>
                  <a:pt x="793" y="546"/>
                </a:lnTo>
                <a:lnTo>
                  <a:pt x="764" y="543"/>
                </a:lnTo>
                <a:lnTo>
                  <a:pt x="736" y="534"/>
                </a:lnTo>
                <a:lnTo>
                  <a:pt x="711" y="521"/>
                </a:lnTo>
                <a:lnTo>
                  <a:pt x="689" y="503"/>
                </a:lnTo>
                <a:lnTo>
                  <a:pt x="671" y="481"/>
                </a:lnTo>
                <a:lnTo>
                  <a:pt x="657" y="456"/>
                </a:lnTo>
                <a:lnTo>
                  <a:pt x="649" y="428"/>
                </a:lnTo>
                <a:lnTo>
                  <a:pt x="646" y="399"/>
                </a:lnTo>
                <a:lnTo>
                  <a:pt x="646" y="396"/>
                </a:lnTo>
                <a:lnTo>
                  <a:pt x="649" y="366"/>
                </a:lnTo>
                <a:lnTo>
                  <a:pt x="657" y="338"/>
                </a:lnTo>
                <a:lnTo>
                  <a:pt x="671" y="312"/>
                </a:lnTo>
                <a:lnTo>
                  <a:pt x="689" y="291"/>
                </a:lnTo>
                <a:lnTo>
                  <a:pt x="711" y="274"/>
                </a:lnTo>
                <a:lnTo>
                  <a:pt x="736" y="260"/>
                </a:lnTo>
                <a:lnTo>
                  <a:pt x="764" y="251"/>
                </a:lnTo>
                <a:lnTo>
                  <a:pt x="793" y="248"/>
                </a:lnTo>
                <a:lnTo>
                  <a:pt x="870" y="248"/>
                </a:lnTo>
                <a:lnTo>
                  <a:pt x="889" y="245"/>
                </a:lnTo>
                <a:lnTo>
                  <a:pt x="907" y="238"/>
                </a:lnTo>
                <a:lnTo>
                  <a:pt x="922" y="226"/>
                </a:lnTo>
                <a:lnTo>
                  <a:pt x="933" y="211"/>
                </a:lnTo>
                <a:lnTo>
                  <a:pt x="941" y="194"/>
                </a:lnTo>
                <a:lnTo>
                  <a:pt x="944" y="174"/>
                </a:lnTo>
                <a:lnTo>
                  <a:pt x="944" y="171"/>
                </a:lnTo>
                <a:lnTo>
                  <a:pt x="947" y="141"/>
                </a:lnTo>
                <a:lnTo>
                  <a:pt x="954" y="112"/>
                </a:lnTo>
                <a:lnTo>
                  <a:pt x="967" y="85"/>
                </a:lnTo>
                <a:lnTo>
                  <a:pt x="984" y="61"/>
                </a:lnTo>
                <a:lnTo>
                  <a:pt x="1005" y="40"/>
                </a:lnTo>
                <a:lnTo>
                  <a:pt x="1029" y="23"/>
                </a:lnTo>
                <a:lnTo>
                  <a:pt x="1056" y="11"/>
                </a:lnTo>
                <a:lnTo>
                  <a:pt x="1085" y="3"/>
                </a:lnTo>
                <a:lnTo>
                  <a:pt x="111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A27509DB-BAB0-4926-B540-A7E9766394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8222" y="1782792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Content#1</a:t>
            </a:r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FD756441-E077-4D5D-8652-68A3F69056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738222" y="2334005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Content#2</a:t>
            </a:r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BA1A86B7-FEC5-48F3-8C94-841142E9A8C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738222" y="2885218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Content#3</a:t>
            </a:r>
            <a:endParaRPr lang="ko-KR" altLang="en-US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D0EBCF4E-7E2D-4790-AC85-D6F00F7BB73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738222" y="3436431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Content#4</a:t>
            </a:r>
            <a:endParaRPr lang="ko-KR" altLang="en-US" dirty="0"/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FCC7575-E328-40AB-A358-E063D2D21AC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38222" y="3987644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Content#5</a:t>
            </a:r>
            <a:endParaRPr lang="ko-KR" altLang="en-US" dirty="0"/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7F96D3A-3310-46D8-A2DA-C616315CB75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738222" y="4538857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Content#6</a:t>
            </a:r>
            <a:endParaRPr lang="ko-KR" altLang="en-US" dirty="0"/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4DB47CBE-BC23-4C61-9242-85B9F7B89DA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738222" y="5090070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Content#7</a:t>
            </a:r>
            <a:endParaRPr lang="ko-KR" altLang="en-US" dirty="0"/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3D4AA189-3910-4C87-8E15-503D1C116D8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738222" y="5641286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Content#8</a:t>
            </a:r>
            <a:endParaRPr lang="ko-KR" altLang="en-US" dirty="0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C2F8CE0F-EA2D-4FB1-8D79-91CE32066F9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362044" y="762000"/>
            <a:ext cx="374260" cy="459486"/>
          </a:xfrm>
          <a:custGeom>
            <a:avLst/>
            <a:gdLst>
              <a:gd name="T0" fmla="*/ 1930 w 2831"/>
              <a:gd name="T1" fmla="*/ 2787 h 3472"/>
              <a:gd name="T2" fmla="*/ 1791 w 2831"/>
              <a:gd name="T3" fmla="*/ 2855 h 3472"/>
              <a:gd name="T4" fmla="*/ 2114 w 2831"/>
              <a:gd name="T5" fmla="*/ 3172 h 3472"/>
              <a:gd name="T6" fmla="*/ 2628 w 2831"/>
              <a:gd name="T7" fmla="*/ 2656 h 3472"/>
              <a:gd name="T8" fmla="*/ 2538 w 2831"/>
              <a:gd name="T9" fmla="*/ 2529 h 3472"/>
              <a:gd name="T10" fmla="*/ 1440 w 2831"/>
              <a:gd name="T11" fmla="*/ 2529 h 3472"/>
              <a:gd name="T12" fmla="*/ 914 w 2831"/>
              <a:gd name="T13" fmla="*/ 2569 h 3472"/>
              <a:gd name="T14" fmla="*/ 928 w 2831"/>
              <a:gd name="T15" fmla="*/ 2433 h 3472"/>
              <a:gd name="T16" fmla="*/ 807 w 2831"/>
              <a:gd name="T17" fmla="*/ 2382 h 3472"/>
              <a:gd name="T18" fmla="*/ 439 w 2831"/>
              <a:gd name="T19" fmla="*/ 2514 h 3472"/>
              <a:gd name="T20" fmla="*/ 470 w 2831"/>
              <a:gd name="T21" fmla="*/ 2433 h 3472"/>
              <a:gd name="T22" fmla="*/ 2186 w 2831"/>
              <a:gd name="T23" fmla="*/ 2182 h 3472"/>
              <a:gd name="T24" fmla="*/ 2642 w 2831"/>
              <a:gd name="T25" fmla="*/ 2371 h 3472"/>
              <a:gd name="T26" fmla="*/ 2831 w 2831"/>
              <a:gd name="T27" fmla="*/ 2827 h 3472"/>
              <a:gd name="T28" fmla="*/ 2642 w 2831"/>
              <a:gd name="T29" fmla="*/ 3283 h 3472"/>
              <a:gd name="T30" fmla="*/ 2186 w 2831"/>
              <a:gd name="T31" fmla="*/ 3472 h 3472"/>
              <a:gd name="T32" fmla="*/ 1729 w 2831"/>
              <a:gd name="T33" fmla="*/ 3283 h 3472"/>
              <a:gd name="T34" fmla="*/ 1540 w 2831"/>
              <a:gd name="T35" fmla="*/ 2827 h 3472"/>
              <a:gd name="T36" fmla="*/ 1729 w 2831"/>
              <a:gd name="T37" fmla="*/ 2371 h 3472"/>
              <a:gd name="T38" fmla="*/ 2186 w 2831"/>
              <a:gd name="T39" fmla="*/ 2182 h 3472"/>
              <a:gd name="T40" fmla="*/ 1540 w 2831"/>
              <a:gd name="T41" fmla="*/ 2083 h 3472"/>
              <a:gd name="T42" fmla="*/ 914 w 2831"/>
              <a:gd name="T43" fmla="*/ 2123 h 3472"/>
              <a:gd name="T44" fmla="*/ 928 w 2831"/>
              <a:gd name="T45" fmla="*/ 1986 h 3472"/>
              <a:gd name="T46" fmla="*/ 807 w 2831"/>
              <a:gd name="T47" fmla="*/ 1957 h 3472"/>
              <a:gd name="T48" fmla="*/ 439 w 2831"/>
              <a:gd name="T49" fmla="*/ 2088 h 3472"/>
              <a:gd name="T50" fmla="*/ 470 w 2831"/>
              <a:gd name="T51" fmla="*/ 2007 h 3472"/>
              <a:gd name="T52" fmla="*/ 944 w 2831"/>
              <a:gd name="T53" fmla="*/ 1588 h 3472"/>
              <a:gd name="T54" fmla="*/ 1786 w 2831"/>
              <a:gd name="T55" fmla="*/ 1702 h 3472"/>
              <a:gd name="T56" fmla="*/ 904 w 2831"/>
              <a:gd name="T57" fmla="*/ 1716 h 3472"/>
              <a:gd name="T58" fmla="*/ 944 w 2831"/>
              <a:gd name="T59" fmla="*/ 1588 h 3472"/>
              <a:gd name="T60" fmla="*/ 800 w 2831"/>
              <a:gd name="T61" fmla="*/ 1548 h 3472"/>
              <a:gd name="T62" fmla="*/ 430 w 2831"/>
              <a:gd name="T63" fmla="*/ 1656 h 3472"/>
              <a:gd name="T64" fmla="*/ 484 w 2831"/>
              <a:gd name="T65" fmla="*/ 1589 h 3472"/>
              <a:gd name="T66" fmla="*/ 1738 w 2831"/>
              <a:gd name="T67" fmla="*/ 1140 h 3472"/>
              <a:gd name="T68" fmla="*/ 1778 w 2831"/>
              <a:gd name="T69" fmla="*/ 1269 h 3472"/>
              <a:gd name="T70" fmla="*/ 896 w 2831"/>
              <a:gd name="T71" fmla="*/ 1255 h 3472"/>
              <a:gd name="T72" fmla="*/ 769 w 2831"/>
              <a:gd name="T73" fmla="*/ 1030 h 3472"/>
              <a:gd name="T74" fmla="*/ 616 w 2831"/>
              <a:gd name="T75" fmla="*/ 1312 h 3472"/>
              <a:gd name="T76" fmla="*/ 423 w 2831"/>
              <a:gd name="T77" fmla="*/ 1202 h 3472"/>
              <a:gd name="T78" fmla="*/ 496 w 2831"/>
              <a:gd name="T79" fmla="*/ 1154 h 3472"/>
              <a:gd name="T80" fmla="*/ 548 w 2831"/>
              <a:gd name="T81" fmla="*/ 372 h 3472"/>
              <a:gd name="T82" fmla="*/ 681 w 2831"/>
              <a:gd name="T83" fmla="*/ 618 h 3472"/>
              <a:gd name="T84" fmla="*/ 1588 w 2831"/>
              <a:gd name="T85" fmla="*/ 597 h 3472"/>
              <a:gd name="T86" fmla="*/ 1683 w 2831"/>
              <a:gd name="T87" fmla="*/ 347 h 3472"/>
              <a:gd name="T88" fmla="*/ 2201 w 2831"/>
              <a:gd name="T89" fmla="*/ 438 h 3472"/>
              <a:gd name="T90" fmla="*/ 2118 w 2831"/>
              <a:gd name="T91" fmla="*/ 2037 h 3472"/>
              <a:gd name="T92" fmla="*/ 1412 w 2831"/>
              <a:gd name="T93" fmla="*/ 3005 h 3472"/>
              <a:gd name="T94" fmla="*/ 47 w 2831"/>
              <a:gd name="T95" fmla="*/ 3054 h 3472"/>
              <a:gd name="T96" fmla="*/ 21 w 2831"/>
              <a:gd name="T97" fmla="*/ 455 h 3472"/>
              <a:gd name="T98" fmla="*/ 1118 w 2831"/>
              <a:gd name="T99" fmla="*/ 99 h 3472"/>
              <a:gd name="T100" fmla="*/ 1053 w 2831"/>
              <a:gd name="T101" fmla="*/ 211 h 3472"/>
              <a:gd name="T102" fmla="*/ 1182 w 2831"/>
              <a:gd name="T103" fmla="*/ 211 h 3472"/>
              <a:gd name="T104" fmla="*/ 1118 w 2831"/>
              <a:gd name="T105" fmla="*/ 99 h 3472"/>
              <a:gd name="T106" fmla="*/ 1268 w 2831"/>
              <a:gd name="T107" fmla="*/ 85 h 3472"/>
              <a:gd name="T108" fmla="*/ 1328 w 2831"/>
              <a:gd name="T109" fmla="*/ 238 h 3472"/>
              <a:gd name="T110" fmla="*/ 1564 w 2831"/>
              <a:gd name="T111" fmla="*/ 312 h 3472"/>
              <a:gd name="T112" fmla="*/ 1547 w 2831"/>
              <a:gd name="T113" fmla="*/ 503 h 3472"/>
              <a:gd name="T114" fmla="*/ 711 w 2831"/>
              <a:gd name="T115" fmla="*/ 521 h 3472"/>
              <a:gd name="T116" fmla="*/ 657 w 2831"/>
              <a:gd name="T117" fmla="*/ 338 h 3472"/>
              <a:gd name="T118" fmla="*/ 889 w 2831"/>
              <a:gd name="T119" fmla="*/ 245 h 3472"/>
              <a:gd name="T120" fmla="*/ 954 w 2831"/>
              <a:gd name="T121" fmla="*/ 112 h 3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831" h="3472">
                <a:moveTo>
                  <a:pt x="2538" y="2529"/>
                </a:moveTo>
                <a:lnTo>
                  <a:pt x="2517" y="2531"/>
                </a:lnTo>
                <a:lnTo>
                  <a:pt x="2496" y="2537"/>
                </a:lnTo>
                <a:lnTo>
                  <a:pt x="2476" y="2547"/>
                </a:lnTo>
                <a:lnTo>
                  <a:pt x="2459" y="2563"/>
                </a:lnTo>
                <a:lnTo>
                  <a:pt x="2124" y="2939"/>
                </a:lnTo>
                <a:lnTo>
                  <a:pt x="1950" y="2800"/>
                </a:lnTo>
                <a:lnTo>
                  <a:pt x="1930" y="2787"/>
                </a:lnTo>
                <a:lnTo>
                  <a:pt x="1909" y="2780"/>
                </a:lnTo>
                <a:lnTo>
                  <a:pt x="1888" y="2778"/>
                </a:lnTo>
                <a:lnTo>
                  <a:pt x="1866" y="2780"/>
                </a:lnTo>
                <a:lnTo>
                  <a:pt x="1845" y="2787"/>
                </a:lnTo>
                <a:lnTo>
                  <a:pt x="1826" y="2799"/>
                </a:lnTo>
                <a:lnTo>
                  <a:pt x="1810" y="2814"/>
                </a:lnTo>
                <a:lnTo>
                  <a:pt x="1797" y="2834"/>
                </a:lnTo>
                <a:lnTo>
                  <a:pt x="1791" y="2855"/>
                </a:lnTo>
                <a:lnTo>
                  <a:pt x="1788" y="2876"/>
                </a:lnTo>
                <a:lnTo>
                  <a:pt x="1791" y="2899"/>
                </a:lnTo>
                <a:lnTo>
                  <a:pt x="1797" y="2920"/>
                </a:lnTo>
                <a:lnTo>
                  <a:pt x="1809" y="2938"/>
                </a:lnTo>
                <a:lnTo>
                  <a:pt x="1826" y="2954"/>
                </a:lnTo>
                <a:lnTo>
                  <a:pt x="2073" y="3152"/>
                </a:lnTo>
                <a:lnTo>
                  <a:pt x="2093" y="3165"/>
                </a:lnTo>
                <a:lnTo>
                  <a:pt x="2114" y="3172"/>
                </a:lnTo>
                <a:lnTo>
                  <a:pt x="2135" y="3174"/>
                </a:lnTo>
                <a:lnTo>
                  <a:pt x="2156" y="3172"/>
                </a:lnTo>
                <a:lnTo>
                  <a:pt x="2175" y="3166"/>
                </a:lnTo>
                <a:lnTo>
                  <a:pt x="2194" y="3155"/>
                </a:lnTo>
                <a:lnTo>
                  <a:pt x="2210" y="3142"/>
                </a:lnTo>
                <a:lnTo>
                  <a:pt x="2607" y="2694"/>
                </a:lnTo>
                <a:lnTo>
                  <a:pt x="2620" y="2676"/>
                </a:lnTo>
                <a:lnTo>
                  <a:pt x="2628" y="2656"/>
                </a:lnTo>
                <a:lnTo>
                  <a:pt x="2633" y="2633"/>
                </a:lnTo>
                <a:lnTo>
                  <a:pt x="2631" y="2612"/>
                </a:lnTo>
                <a:lnTo>
                  <a:pt x="2625" y="2591"/>
                </a:lnTo>
                <a:lnTo>
                  <a:pt x="2615" y="2571"/>
                </a:lnTo>
                <a:lnTo>
                  <a:pt x="2599" y="2555"/>
                </a:lnTo>
                <a:lnTo>
                  <a:pt x="2580" y="2542"/>
                </a:lnTo>
                <a:lnTo>
                  <a:pt x="2560" y="2534"/>
                </a:lnTo>
                <a:lnTo>
                  <a:pt x="2538" y="2529"/>
                </a:lnTo>
                <a:close/>
                <a:moveTo>
                  <a:pt x="944" y="2430"/>
                </a:moveTo>
                <a:lnTo>
                  <a:pt x="1391" y="2430"/>
                </a:lnTo>
                <a:lnTo>
                  <a:pt x="1406" y="2433"/>
                </a:lnTo>
                <a:lnTo>
                  <a:pt x="1420" y="2440"/>
                </a:lnTo>
                <a:lnTo>
                  <a:pt x="1431" y="2450"/>
                </a:lnTo>
                <a:lnTo>
                  <a:pt x="1438" y="2464"/>
                </a:lnTo>
                <a:lnTo>
                  <a:pt x="1440" y="2480"/>
                </a:lnTo>
                <a:lnTo>
                  <a:pt x="1440" y="2529"/>
                </a:lnTo>
                <a:lnTo>
                  <a:pt x="1438" y="2545"/>
                </a:lnTo>
                <a:lnTo>
                  <a:pt x="1431" y="2559"/>
                </a:lnTo>
                <a:lnTo>
                  <a:pt x="1420" y="2569"/>
                </a:lnTo>
                <a:lnTo>
                  <a:pt x="1406" y="2577"/>
                </a:lnTo>
                <a:lnTo>
                  <a:pt x="1391" y="2579"/>
                </a:lnTo>
                <a:lnTo>
                  <a:pt x="944" y="2579"/>
                </a:lnTo>
                <a:lnTo>
                  <a:pt x="928" y="2577"/>
                </a:lnTo>
                <a:lnTo>
                  <a:pt x="914" y="2569"/>
                </a:lnTo>
                <a:lnTo>
                  <a:pt x="904" y="2559"/>
                </a:lnTo>
                <a:lnTo>
                  <a:pt x="896" y="2545"/>
                </a:lnTo>
                <a:lnTo>
                  <a:pt x="894" y="2529"/>
                </a:lnTo>
                <a:lnTo>
                  <a:pt x="894" y="2480"/>
                </a:lnTo>
                <a:lnTo>
                  <a:pt x="896" y="2464"/>
                </a:lnTo>
                <a:lnTo>
                  <a:pt x="904" y="2450"/>
                </a:lnTo>
                <a:lnTo>
                  <a:pt x="914" y="2440"/>
                </a:lnTo>
                <a:lnTo>
                  <a:pt x="928" y="2433"/>
                </a:lnTo>
                <a:lnTo>
                  <a:pt x="944" y="2430"/>
                </a:lnTo>
                <a:close/>
                <a:moveTo>
                  <a:pt x="769" y="2319"/>
                </a:moveTo>
                <a:lnTo>
                  <a:pt x="783" y="2322"/>
                </a:lnTo>
                <a:lnTo>
                  <a:pt x="795" y="2330"/>
                </a:lnTo>
                <a:lnTo>
                  <a:pt x="805" y="2341"/>
                </a:lnTo>
                <a:lnTo>
                  <a:pt x="810" y="2355"/>
                </a:lnTo>
                <a:lnTo>
                  <a:pt x="810" y="2368"/>
                </a:lnTo>
                <a:lnTo>
                  <a:pt x="807" y="2382"/>
                </a:lnTo>
                <a:lnTo>
                  <a:pt x="800" y="2395"/>
                </a:lnTo>
                <a:lnTo>
                  <a:pt x="616" y="2600"/>
                </a:lnTo>
                <a:lnTo>
                  <a:pt x="606" y="2608"/>
                </a:lnTo>
                <a:lnTo>
                  <a:pt x="594" y="2613"/>
                </a:lnTo>
                <a:lnTo>
                  <a:pt x="581" y="2616"/>
                </a:lnTo>
                <a:lnTo>
                  <a:pt x="567" y="2612"/>
                </a:lnTo>
                <a:lnTo>
                  <a:pt x="553" y="2605"/>
                </a:lnTo>
                <a:lnTo>
                  <a:pt x="439" y="2514"/>
                </a:lnTo>
                <a:lnTo>
                  <a:pt x="430" y="2503"/>
                </a:lnTo>
                <a:lnTo>
                  <a:pt x="423" y="2490"/>
                </a:lnTo>
                <a:lnTo>
                  <a:pt x="422" y="2477"/>
                </a:lnTo>
                <a:lnTo>
                  <a:pt x="425" y="2463"/>
                </a:lnTo>
                <a:lnTo>
                  <a:pt x="432" y="2449"/>
                </a:lnTo>
                <a:lnTo>
                  <a:pt x="442" y="2440"/>
                </a:lnTo>
                <a:lnTo>
                  <a:pt x="456" y="2435"/>
                </a:lnTo>
                <a:lnTo>
                  <a:pt x="470" y="2433"/>
                </a:lnTo>
                <a:lnTo>
                  <a:pt x="484" y="2436"/>
                </a:lnTo>
                <a:lnTo>
                  <a:pt x="496" y="2443"/>
                </a:lnTo>
                <a:lnTo>
                  <a:pt x="576" y="2507"/>
                </a:lnTo>
                <a:lnTo>
                  <a:pt x="731" y="2334"/>
                </a:lnTo>
                <a:lnTo>
                  <a:pt x="742" y="2324"/>
                </a:lnTo>
                <a:lnTo>
                  <a:pt x="755" y="2320"/>
                </a:lnTo>
                <a:lnTo>
                  <a:pt x="769" y="2319"/>
                </a:lnTo>
                <a:close/>
                <a:moveTo>
                  <a:pt x="2186" y="2182"/>
                </a:moveTo>
                <a:lnTo>
                  <a:pt x="2251" y="2185"/>
                </a:lnTo>
                <a:lnTo>
                  <a:pt x="2316" y="2196"/>
                </a:lnTo>
                <a:lnTo>
                  <a:pt x="2378" y="2212"/>
                </a:lnTo>
                <a:lnTo>
                  <a:pt x="2437" y="2233"/>
                </a:lnTo>
                <a:lnTo>
                  <a:pt x="2494" y="2260"/>
                </a:lnTo>
                <a:lnTo>
                  <a:pt x="2546" y="2293"/>
                </a:lnTo>
                <a:lnTo>
                  <a:pt x="2596" y="2329"/>
                </a:lnTo>
                <a:lnTo>
                  <a:pt x="2642" y="2371"/>
                </a:lnTo>
                <a:lnTo>
                  <a:pt x="2683" y="2417"/>
                </a:lnTo>
                <a:lnTo>
                  <a:pt x="2721" y="2466"/>
                </a:lnTo>
                <a:lnTo>
                  <a:pt x="2753" y="2520"/>
                </a:lnTo>
                <a:lnTo>
                  <a:pt x="2780" y="2577"/>
                </a:lnTo>
                <a:lnTo>
                  <a:pt x="2802" y="2636"/>
                </a:lnTo>
                <a:lnTo>
                  <a:pt x="2818" y="2698"/>
                </a:lnTo>
                <a:lnTo>
                  <a:pt x="2828" y="2761"/>
                </a:lnTo>
                <a:lnTo>
                  <a:pt x="2831" y="2827"/>
                </a:lnTo>
                <a:lnTo>
                  <a:pt x="2828" y="2893"/>
                </a:lnTo>
                <a:lnTo>
                  <a:pt x="2818" y="2958"/>
                </a:lnTo>
                <a:lnTo>
                  <a:pt x="2802" y="3019"/>
                </a:lnTo>
                <a:lnTo>
                  <a:pt x="2780" y="3079"/>
                </a:lnTo>
                <a:lnTo>
                  <a:pt x="2753" y="3134"/>
                </a:lnTo>
                <a:lnTo>
                  <a:pt x="2721" y="3188"/>
                </a:lnTo>
                <a:lnTo>
                  <a:pt x="2683" y="3237"/>
                </a:lnTo>
                <a:lnTo>
                  <a:pt x="2642" y="3283"/>
                </a:lnTo>
                <a:lnTo>
                  <a:pt x="2596" y="3325"/>
                </a:lnTo>
                <a:lnTo>
                  <a:pt x="2546" y="3362"/>
                </a:lnTo>
                <a:lnTo>
                  <a:pt x="2494" y="3394"/>
                </a:lnTo>
                <a:lnTo>
                  <a:pt x="2437" y="3421"/>
                </a:lnTo>
                <a:lnTo>
                  <a:pt x="2378" y="3443"/>
                </a:lnTo>
                <a:lnTo>
                  <a:pt x="2316" y="3459"/>
                </a:lnTo>
                <a:lnTo>
                  <a:pt x="2251" y="3469"/>
                </a:lnTo>
                <a:lnTo>
                  <a:pt x="2186" y="3472"/>
                </a:lnTo>
                <a:lnTo>
                  <a:pt x="2120" y="3469"/>
                </a:lnTo>
                <a:lnTo>
                  <a:pt x="2055" y="3459"/>
                </a:lnTo>
                <a:lnTo>
                  <a:pt x="1993" y="3443"/>
                </a:lnTo>
                <a:lnTo>
                  <a:pt x="1934" y="3421"/>
                </a:lnTo>
                <a:lnTo>
                  <a:pt x="1877" y="3394"/>
                </a:lnTo>
                <a:lnTo>
                  <a:pt x="1825" y="3362"/>
                </a:lnTo>
                <a:lnTo>
                  <a:pt x="1775" y="3325"/>
                </a:lnTo>
                <a:lnTo>
                  <a:pt x="1729" y="3283"/>
                </a:lnTo>
                <a:lnTo>
                  <a:pt x="1688" y="3237"/>
                </a:lnTo>
                <a:lnTo>
                  <a:pt x="1650" y="3188"/>
                </a:lnTo>
                <a:lnTo>
                  <a:pt x="1618" y="3134"/>
                </a:lnTo>
                <a:lnTo>
                  <a:pt x="1591" y="3079"/>
                </a:lnTo>
                <a:lnTo>
                  <a:pt x="1569" y="3019"/>
                </a:lnTo>
                <a:lnTo>
                  <a:pt x="1553" y="2958"/>
                </a:lnTo>
                <a:lnTo>
                  <a:pt x="1543" y="2893"/>
                </a:lnTo>
                <a:lnTo>
                  <a:pt x="1540" y="2827"/>
                </a:lnTo>
                <a:lnTo>
                  <a:pt x="1543" y="2761"/>
                </a:lnTo>
                <a:lnTo>
                  <a:pt x="1553" y="2698"/>
                </a:lnTo>
                <a:lnTo>
                  <a:pt x="1569" y="2636"/>
                </a:lnTo>
                <a:lnTo>
                  <a:pt x="1591" y="2577"/>
                </a:lnTo>
                <a:lnTo>
                  <a:pt x="1618" y="2520"/>
                </a:lnTo>
                <a:lnTo>
                  <a:pt x="1650" y="2466"/>
                </a:lnTo>
                <a:lnTo>
                  <a:pt x="1688" y="2417"/>
                </a:lnTo>
                <a:lnTo>
                  <a:pt x="1729" y="2371"/>
                </a:lnTo>
                <a:lnTo>
                  <a:pt x="1775" y="2329"/>
                </a:lnTo>
                <a:lnTo>
                  <a:pt x="1825" y="2293"/>
                </a:lnTo>
                <a:lnTo>
                  <a:pt x="1877" y="2260"/>
                </a:lnTo>
                <a:lnTo>
                  <a:pt x="1934" y="2233"/>
                </a:lnTo>
                <a:lnTo>
                  <a:pt x="1993" y="2212"/>
                </a:lnTo>
                <a:lnTo>
                  <a:pt x="2055" y="2196"/>
                </a:lnTo>
                <a:lnTo>
                  <a:pt x="2120" y="2185"/>
                </a:lnTo>
                <a:lnTo>
                  <a:pt x="2186" y="2182"/>
                </a:lnTo>
                <a:close/>
                <a:moveTo>
                  <a:pt x="944" y="1984"/>
                </a:moveTo>
                <a:lnTo>
                  <a:pt x="1491" y="1984"/>
                </a:lnTo>
                <a:lnTo>
                  <a:pt x="1505" y="1986"/>
                </a:lnTo>
                <a:lnTo>
                  <a:pt x="1519" y="1994"/>
                </a:lnTo>
                <a:lnTo>
                  <a:pt x="1531" y="2004"/>
                </a:lnTo>
                <a:lnTo>
                  <a:pt x="1537" y="2018"/>
                </a:lnTo>
                <a:lnTo>
                  <a:pt x="1540" y="2034"/>
                </a:lnTo>
                <a:lnTo>
                  <a:pt x="1540" y="2083"/>
                </a:lnTo>
                <a:lnTo>
                  <a:pt x="1537" y="2099"/>
                </a:lnTo>
                <a:lnTo>
                  <a:pt x="1531" y="2113"/>
                </a:lnTo>
                <a:lnTo>
                  <a:pt x="1519" y="2123"/>
                </a:lnTo>
                <a:lnTo>
                  <a:pt x="1505" y="2131"/>
                </a:lnTo>
                <a:lnTo>
                  <a:pt x="1491" y="2133"/>
                </a:lnTo>
                <a:lnTo>
                  <a:pt x="944" y="2133"/>
                </a:lnTo>
                <a:lnTo>
                  <a:pt x="928" y="2131"/>
                </a:lnTo>
                <a:lnTo>
                  <a:pt x="914" y="2123"/>
                </a:lnTo>
                <a:lnTo>
                  <a:pt x="904" y="2113"/>
                </a:lnTo>
                <a:lnTo>
                  <a:pt x="896" y="2099"/>
                </a:lnTo>
                <a:lnTo>
                  <a:pt x="894" y="2083"/>
                </a:lnTo>
                <a:lnTo>
                  <a:pt x="894" y="2034"/>
                </a:lnTo>
                <a:lnTo>
                  <a:pt x="896" y="2018"/>
                </a:lnTo>
                <a:lnTo>
                  <a:pt x="904" y="2004"/>
                </a:lnTo>
                <a:lnTo>
                  <a:pt x="914" y="1994"/>
                </a:lnTo>
                <a:lnTo>
                  <a:pt x="928" y="1986"/>
                </a:lnTo>
                <a:lnTo>
                  <a:pt x="944" y="1984"/>
                </a:lnTo>
                <a:close/>
                <a:moveTo>
                  <a:pt x="769" y="1894"/>
                </a:moveTo>
                <a:lnTo>
                  <a:pt x="783" y="1897"/>
                </a:lnTo>
                <a:lnTo>
                  <a:pt x="795" y="1905"/>
                </a:lnTo>
                <a:lnTo>
                  <a:pt x="805" y="1916"/>
                </a:lnTo>
                <a:lnTo>
                  <a:pt x="810" y="1930"/>
                </a:lnTo>
                <a:lnTo>
                  <a:pt x="810" y="1943"/>
                </a:lnTo>
                <a:lnTo>
                  <a:pt x="807" y="1957"/>
                </a:lnTo>
                <a:lnTo>
                  <a:pt x="800" y="1970"/>
                </a:lnTo>
                <a:lnTo>
                  <a:pt x="616" y="2175"/>
                </a:lnTo>
                <a:lnTo>
                  <a:pt x="606" y="2183"/>
                </a:lnTo>
                <a:lnTo>
                  <a:pt x="594" y="2188"/>
                </a:lnTo>
                <a:lnTo>
                  <a:pt x="581" y="2191"/>
                </a:lnTo>
                <a:lnTo>
                  <a:pt x="567" y="2187"/>
                </a:lnTo>
                <a:lnTo>
                  <a:pt x="553" y="2180"/>
                </a:lnTo>
                <a:lnTo>
                  <a:pt x="439" y="2088"/>
                </a:lnTo>
                <a:lnTo>
                  <a:pt x="430" y="2078"/>
                </a:lnTo>
                <a:lnTo>
                  <a:pt x="423" y="2065"/>
                </a:lnTo>
                <a:lnTo>
                  <a:pt x="422" y="2052"/>
                </a:lnTo>
                <a:lnTo>
                  <a:pt x="425" y="2038"/>
                </a:lnTo>
                <a:lnTo>
                  <a:pt x="432" y="2024"/>
                </a:lnTo>
                <a:lnTo>
                  <a:pt x="442" y="2015"/>
                </a:lnTo>
                <a:lnTo>
                  <a:pt x="456" y="2010"/>
                </a:lnTo>
                <a:lnTo>
                  <a:pt x="470" y="2007"/>
                </a:lnTo>
                <a:lnTo>
                  <a:pt x="484" y="2011"/>
                </a:lnTo>
                <a:lnTo>
                  <a:pt x="496" y="2018"/>
                </a:lnTo>
                <a:lnTo>
                  <a:pt x="576" y="2082"/>
                </a:lnTo>
                <a:lnTo>
                  <a:pt x="731" y="1909"/>
                </a:lnTo>
                <a:lnTo>
                  <a:pt x="742" y="1899"/>
                </a:lnTo>
                <a:lnTo>
                  <a:pt x="755" y="1895"/>
                </a:lnTo>
                <a:lnTo>
                  <a:pt x="769" y="1894"/>
                </a:lnTo>
                <a:close/>
                <a:moveTo>
                  <a:pt x="944" y="1588"/>
                </a:moveTo>
                <a:lnTo>
                  <a:pt x="1738" y="1588"/>
                </a:lnTo>
                <a:lnTo>
                  <a:pt x="1754" y="1590"/>
                </a:lnTo>
                <a:lnTo>
                  <a:pt x="1768" y="1597"/>
                </a:lnTo>
                <a:lnTo>
                  <a:pt x="1778" y="1608"/>
                </a:lnTo>
                <a:lnTo>
                  <a:pt x="1786" y="1621"/>
                </a:lnTo>
                <a:lnTo>
                  <a:pt x="1788" y="1637"/>
                </a:lnTo>
                <a:lnTo>
                  <a:pt x="1788" y="1687"/>
                </a:lnTo>
                <a:lnTo>
                  <a:pt x="1786" y="1702"/>
                </a:lnTo>
                <a:lnTo>
                  <a:pt x="1778" y="1716"/>
                </a:lnTo>
                <a:lnTo>
                  <a:pt x="1768" y="1727"/>
                </a:lnTo>
                <a:lnTo>
                  <a:pt x="1754" y="1734"/>
                </a:lnTo>
                <a:lnTo>
                  <a:pt x="1738" y="1736"/>
                </a:lnTo>
                <a:lnTo>
                  <a:pt x="944" y="1736"/>
                </a:lnTo>
                <a:lnTo>
                  <a:pt x="928" y="1734"/>
                </a:lnTo>
                <a:lnTo>
                  <a:pt x="914" y="1727"/>
                </a:lnTo>
                <a:lnTo>
                  <a:pt x="904" y="1716"/>
                </a:lnTo>
                <a:lnTo>
                  <a:pt x="896" y="1702"/>
                </a:lnTo>
                <a:lnTo>
                  <a:pt x="894" y="1687"/>
                </a:lnTo>
                <a:lnTo>
                  <a:pt x="894" y="1637"/>
                </a:lnTo>
                <a:lnTo>
                  <a:pt x="896" y="1621"/>
                </a:lnTo>
                <a:lnTo>
                  <a:pt x="904" y="1608"/>
                </a:lnTo>
                <a:lnTo>
                  <a:pt x="914" y="1597"/>
                </a:lnTo>
                <a:lnTo>
                  <a:pt x="928" y="1590"/>
                </a:lnTo>
                <a:lnTo>
                  <a:pt x="944" y="1588"/>
                </a:lnTo>
                <a:close/>
                <a:moveTo>
                  <a:pt x="769" y="1472"/>
                </a:moveTo>
                <a:lnTo>
                  <a:pt x="783" y="1475"/>
                </a:lnTo>
                <a:lnTo>
                  <a:pt x="795" y="1483"/>
                </a:lnTo>
                <a:lnTo>
                  <a:pt x="805" y="1494"/>
                </a:lnTo>
                <a:lnTo>
                  <a:pt x="810" y="1508"/>
                </a:lnTo>
                <a:lnTo>
                  <a:pt x="810" y="1521"/>
                </a:lnTo>
                <a:lnTo>
                  <a:pt x="807" y="1535"/>
                </a:lnTo>
                <a:lnTo>
                  <a:pt x="800" y="1548"/>
                </a:lnTo>
                <a:lnTo>
                  <a:pt x="616" y="1753"/>
                </a:lnTo>
                <a:lnTo>
                  <a:pt x="606" y="1761"/>
                </a:lnTo>
                <a:lnTo>
                  <a:pt x="594" y="1767"/>
                </a:lnTo>
                <a:lnTo>
                  <a:pt x="581" y="1769"/>
                </a:lnTo>
                <a:lnTo>
                  <a:pt x="567" y="1765"/>
                </a:lnTo>
                <a:lnTo>
                  <a:pt x="553" y="1758"/>
                </a:lnTo>
                <a:lnTo>
                  <a:pt x="439" y="1667"/>
                </a:lnTo>
                <a:lnTo>
                  <a:pt x="430" y="1656"/>
                </a:lnTo>
                <a:lnTo>
                  <a:pt x="423" y="1643"/>
                </a:lnTo>
                <a:lnTo>
                  <a:pt x="422" y="1630"/>
                </a:lnTo>
                <a:lnTo>
                  <a:pt x="425" y="1615"/>
                </a:lnTo>
                <a:lnTo>
                  <a:pt x="432" y="1602"/>
                </a:lnTo>
                <a:lnTo>
                  <a:pt x="442" y="1593"/>
                </a:lnTo>
                <a:lnTo>
                  <a:pt x="456" y="1588"/>
                </a:lnTo>
                <a:lnTo>
                  <a:pt x="470" y="1586"/>
                </a:lnTo>
                <a:lnTo>
                  <a:pt x="484" y="1589"/>
                </a:lnTo>
                <a:lnTo>
                  <a:pt x="496" y="1596"/>
                </a:lnTo>
                <a:lnTo>
                  <a:pt x="576" y="1660"/>
                </a:lnTo>
                <a:lnTo>
                  <a:pt x="731" y="1487"/>
                </a:lnTo>
                <a:lnTo>
                  <a:pt x="742" y="1477"/>
                </a:lnTo>
                <a:lnTo>
                  <a:pt x="755" y="1473"/>
                </a:lnTo>
                <a:lnTo>
                  <a:pt x="769" y="1472"/>
                </a:lnTo>
                <a:close/>
                <a:moveTo>
                  <a:pt x="944" y="1140"/>
                </a:moveTo>
                <a:lnTo>
                  <a:pt x="1738" y="1140"/>
                </a:lnTo>
                <a:lnTo>
                  <a:pt x="1754" y="1144"/>
                </a:lnTo>
                <a:lnTo>
                  <a:pt x="1768" y="1150"/>
                </a:lnTo>
                <a:lnTo>
                  <a:pt x="1778" y="1162"/>
                </a:lnTo>
                <a:lnTo>
                  <a:pt x="1786" y="1175"/>
                </a:lnTo>
                <a:lnTo>
                  <a:pt x="1788" y="1190"/>
                </a:lnTo>
                <a:lnTo>
                  <a:pt x="1788" y="1240"/>
                </a:lnTo>
                <a:lnTo>
                  <a:pt x="1786" y="1255"/>
                </a:lnTo>
                <a:lnTo>
                  <a:pt x="1778" y="1269"/>
                </a:lnTo>
                <a:lnTo>
                  <a:pt x="1768" y="1280"/>
                </a:lnTo>
                <a:lnTo>
                  <a:pt x="1754" y="1287"/>
                </a:lnTo>
                <a:lnTo>
                  <a:pt x="1738" y="1290"/>
                </a:lnTo>
                <a:lnTo>
                  <a:pt x="944" y="1290"/>
                </a:lnTo>
                <a:lnTo>
                  <a:pt x="928" y="1287"/>
                </a:lnTo>
                <a:lnTo>
                  <a:pt x="914" y="1280"/>
                </a:lnTo>
                <a:lnTo>
                  <a:pt x="904" y="1269"/>
                </a:lnTo>
                <a:lnTo>
                  <a:pt x="896" y="1255"/>
                </a:lnTo>
                <a:lnTo>
                  <a:pt x="894" y="1240"/>
                </a:lnTo>
                <a:lnTo>
                  <a:pt x="894" y="1190"/>
                </a:lnTo>
                <a:lnTo>
                  <a:pt x="896" y="1175"/>
                </a:lnTo>
                <a:lnTo>
                  <a:pt x="904" y="1162"/>
                </a:lnTo>
                <a:lnTo>
                  <a:pt x="914" y="1150"/>
                </a:lnTo>
                <a:lnTo>
                  <a:pt x="928" y="1144"/>
                </a:lnTo>
                <a:lnTo>
                  <a:pt x="944" y="1140"/>
                </a:lnTo>
                <a:close/>
                <a:moveTo>
                  <a:pt x="769" y="1030"/>
                </a:moveTo>
                <a:lnTo>
                  <a:pt x="783" y="1034"/>
                </a:lnTo>
                <a:lnTo>
                  <a:pt x="795" y="1042"/>
                </a:lnTo>
                <a:lnTo>
                  <a:pt x="805" y="1053"/>
                </a:lnTo>
                <a:lnTo>
                  <a:pt x="810" y="1066"/>
                </a:lnTo>
                <a:lnTo>
                  <a:pt x="810" y="1081"/>
                </a:lnTo>
                <a:lnTo>
                  <a:pt x="807" y="1094"/>
                </a:lnTo>
                <a:lnTo>
                  <a:pt x="800" y="1106"/>
                </a:lnTo>
                <a:lnTo>
                  <a:pt x="616" y="1312"/>
                </a:lnTo>
                <a:lnTo>
                  <a:pt x="606" y="1320"/>
                </a:lnTo>
                <a:lnTo>
                  <a:pt x="594" y="1326"/>
                </a:lnTo>
                <a:lnTo>
                  <a:pt x="581" y="1327"/>
                </a:lnTo>
                <a:lnTo>
                  <a:pt x="567" y="1325"/>
                </a:lnTo>
                <a:lnTo>
                  <a:pt x="553" y="1317"/>
                </a:lnTo>
                <a:lnTo>
                  <a:pt x="439" y="1226"/>
                </a:lnTo>
                <a:lnTo>
                  <a:pt x="430" y="1215"/>
                </a:lnTo>
                <a:lnTo>
                  <a:pt x="423" y="1202"/>
                </a:lnTo>
                <a:lnTo>
                  <a:pt x="422" y="1188"/>
                </a:lnTo>
                <a:lnTo>
                  <a:pt x="425" y="1174"/>
                </a:lnTo>
                <a:lnTo>
                  <a:pt x="432" y="1162"/>
                </a:lnTo>
                <a:lnTo>
                  <a:pt x="442" y="1152"/>
                </a:lnTo>
                <a:lnTo>
                  <a:pt x="456" y="1146"/>
                </a:lnTo>
                <a:lnTo>
                  <a:pt x="470" y="1145"/>
                </a:lnTo>
                <a:lnTo>
                  <a:pt x="484" y="1147"/>
                </a:lnTo>
                <a:lnTo>
                  <a:pt x="496" y="1154"/>
                </a:lnTo>
                <a:lnTo>
                  <a:pt x="576" y="1218"/>
                </a:lnTo>
                <a:lnTo>
                  <a:pt x="731" y="1046"/>
                </a:lnTo>
                <a:lnTo>
                  <a:pt x="742" y="1036"/>
                </a:lnTo>
                <a:lnTo>
                  <a:pt x="755" y="1031"/>
                </a:lnTo>
                <a:lnTo>
                  <a:pt x="769" y="1030"/>
                </a:lnTo>
                <a:close/>
                <a:moveTo>
                  <a:pt x="150" y="347"/>
                </a:moveTo>
                <a:lnTo>
                  <a:pt x="552" y="347"/>
                </a:lnTo>
                <a:lnTo>
                  <a:pt x="548" y="372"/>
                </a:lnTo>
                <a:lnTo>
                  <a:pt x="547" y="399"/>
                </a:lnTo>
                <a:lnTo>
                  <a:pt x="550" y="439"/>
                </a:lnTo>
                <a:lnTo>
                  <a:pt x="559" y="477"/>
                </a:lnTo>
                <a:lnTo>
                  <a:pt x="574" y="511"/>
                </a:lnTo>
                <a:lnTo>
                  <a:pt x="594" y="544"/>
                </a:lnTo>
                <a:lnTo>
                  <a:pt x="618" y="572"/>
                </a:lnTo>
                <a:lnTo>
                  <a:pt x="648" y="598"/>
                </a:lnTo>
                <a:lnTo>
                  <a:pt x="681" y="618"/>
                </a:lnTo>
                <a:lnTo>
                  <a:pt x="715" y="632"/>
                </a:lnTo>
                <a:lnTo>
                  <a:pt x="753" y="642"/>
                </a:lnTo>
                <a:lnTo>
                  <a:pt x="793" y="645"/>
                </a:lnTo>
                <a:lnTo>
                  <a:pt x="1442" y="645"/>
                </a:lnTo>
                <a:lnTo>
                  <a:pt x="1482" y="642"/>
                </a:lnTo>
                <a:lnTo>
                  <a:pt x="1520" y="632"/>
                </a:lnTo>
                <a:lnTo>
                  <a:pt x="1555" y="618"/>
                </a:lnTo>
                <a:lnTo>
                  <a:pt x="1588" y="597"/>
                </a:lnTo>
                <a:lnTo>
                  <a:pt x="1616" y="572"/>
                </a:lnTo>
                <a:lnTo>
                  <a:pt x="1641" y="543"/>
                </a:lnTo>
                <a:lnTo>
                  <a:pt x="1661" y="510"/>
                </a:lnTo>
                <a:lnTo>
                  <a:pt x="1676" y="475"/>
                </a:lnTo>
                <a:lnTo>
                  <a:pt x="1686" y="436"/>
                </a:lnTo>
                <a:lnTo>
                  <a:pt x="1689" y="396"/>
                </a:lnTo>
                <a:lnTo>
                  <a:pt x="1688" y="371"/>
                </a:lnTo>
                <a:lnTo>
                  <a:pt x="1683" y="347"/>
                </a:lnTo>
                <a:lnTo>
                  <a:pt x="1987" y="347"/>
                </a:lnTo>
                <a:lnTo>
                  <a:pt x="2029" y="349"/>
                </a:lnTo>
                <a:lnTo>
                  <a:pt x="2067" y="356"/>
                </a:lnTo>
                <a:lnTo>
                  <a:pt x="2101" y="366"/>
                </a:lnTo>
                <a:lnTo>
                  <a:pt x="2132" y="379"/>
                </a:lnTo>
                <a:lnTo>
                  <a:pt x="2159" y="396"/>
                </a:lnTo>
                <a:lnTo>
                  <a:pt x="2182" y="416"/>
                </a:lnTo>
                <a:lnTo>
                  <a:pt x="2201" y="438"/>
                </a:lnTo>
                <a:lnTo>
                  <a:pt x="2215" y="462"/>
                </a:lnTo>
                <a:lnTo>
                  <a:pt x="2226" y="488"/>
                </a:lnTo>
                <a:lnTo>
                  <a:pt x="2233" y="517"/>
                </a:lnTo>
                <a:lnTo>
                  <a:pt x="2235" y="546"/>
                </a:lnTo>
                <a:lnTo>
                  <a:pt x="2235" y="2036"/>
                </a:lnTo>
                <a:lnTo>
                  <a:pt x="2210" y="2035"/>
                </a:lnTo>
                <a:lnTo>
                  <a:pt x="2186" y="2034"/>
                </a:lnTo>
                <a:lnTo>
                  <a:pt x="2118" y="2037"/>
                </a:lnTo>
                <a:lnTo>
                  <a:pt x="2051" y="2045"/>
                </a:lnTo>
                <a:lnTo>
                  <a:pt x="1987" y="2060"/>
                </a:lnTo>
                <a:lnTo>
                  <a:pt x="1987" y="893"/>
                </a:lnTo>
                <a:lnTo>
                  <a:pt x="249" y="893"/>
                </a:lnTo>
                <a:lnTo>
                  <a:pt x="249" y="2876"/>
                </a:lnTo>
                <a:lnTo>
                  <a:pt x="1394" y="2876"/>
                </a:lnTo>
                <a:lnTo>
                  <a:pt x="1400" y="2942"/>
                </a:lnTo>
                <a:lnTo>
                  <a:pt x="1412" y="3005"/>
                </a:lnTo>
                <a:lnTo>
                  <a:pt x="1429" y="3066"/>
                </a:lnTo>
                <a:lnTo>
                  <a:pt x="1450" y="3125"/>
                </a:lnTo>
                <a:lnTo>
                  <a:pt x="199" y="3125"/>
                </a:lnTo>
                <a:lnTo>
                  <a:pt x="163" y="3122"/>
                </a:lnTo>
                <a:lnTo>
                  <a:pt x="130" y="3112"/>
                </a:lnTo>
                <a:lnTo>
                  <a:pt x="99" y="3097"/>
                </a:lnTo>
                <a:lnTo>
                  <a:pt x="71" y="3079"/>
                </a:lnTo>
                <a:lnTo>
                  <a:pt x="47" y="3054"/>
                </a:lnTo>
                <a:lnTo>
                  <a:pt x="27" y="3027"/>
                </a:lnTo>
                <a:lnTo>
                  <a:pt x="13" y="2995"/>
                </a:lnTo>
                <a:lnTo>
                  <a:pt x="3" y="2962"/>
                </a:lnTo>
                <a:lnTo>
                  <a:pt x="0" y="2926"/>
                </a:lnTo>
                <a:lnTo>
                  <a:pt x="0" y="546"/>
                </a:lnTo>
                <a:lnTo>
                  <a:pt x="3" y="513"/>
                </a:lnTo>
                <a:lnTo>
                  <a:pt x="9" y="483"/>
                </a:lnTo>
                <a:lnTo>
                  <a:pt x="21" y="455"/>
                </a:lnTo>
                <a:lnTo>
                  <a:pt x="36" y="428"/>
                </a:lnTo>
                <a:lnTo>
                  <a:pt x="53" y="405"/>
                </a:lnTo>
                <a:lnTo>
                  <a:pt x="71" y="385"/>
                </a:lnTo>
                <a:lnTo>
                  <a:pt x="91" y="369"/>
                </a:lnTo>
                <a:lnTo>
                  <a:pt x="111" y="358"/>
                </a:lnTo>
                <a:lnTo>
                  <a:pt x="131" y="349"/>
                </a:lnTo>
                <a:lnTo>
                  <a:pt x="150" y="347"/>
                </a:lnTo>
                <a:close/>
                <a:moveTo>
                  <a:pt x="1118" y="99"/>
                </a:moveTo>
                <a:lnTo>
                  <a:pt x="1098" y="102"/>
                </a:lnTo>
                <a:lnTo>
                  <a:pt x="1080" y="109"/>
                </a:lnTo>
                <a:lnTo>
                  <a:pt x="1065" y="121"/>
                </a:lnTo>
                <a:lnTo>
                  <a:pt x="1053" y="136"/>
                </a:lnTo>
                <a:lnTo>
                  <a:pt x="1046" y="154"/>
                </a:lnTo>
                <a:lnTo>
                  <a:pt x="1043" y="174"/>
                </a:lnTo>
                <a:lnTo>
                  <a:pt x="1046" y="194"/>
                </a:lnTo>
                <a:lnTo>
                  <a:pt x="1053" y="211"/>
                </a:lnTo>
                <a:lnTo>
                  <a:pt x="1065" y="226"/>
                </a:lnTo>
                <a:lnTo>
                  <a:pt x="1080" y="238"/>
                </a:lnTo>
                <a:lnTo>
                  <a:pt x="1098" y="245"/>
                </a:lnTo>
                <a:lnTo>
                  <a:pt x="1118" y="248"/>
                </a:lnTo>
                <a:lnTo>
                  <a:pt x="1138" y="245"/>
                </a:lnTo>
                <a:lnTo>
                  <a:pt x="1156" y="238"/>
                </a:lnTo>
                <a:lnTo>
                  <a:pt x="1170" y="226"/>
                </a:lnTo>
                <a:lnTo>
                  <a:pt x="1182" y="211"/>
                </a:lnTo>
                <a:lnTo>
                  <a:pt x="1189" y="194"/>
                </a:lnTo>
                <a:lnTo>
                  <a:pt x="1193" y="174"/>
                </a:lnTo>
                <a:lnTo>
                  <a:pt x="1189" y="154"/>
                </a:lnTo>
                <a:lnTo>
                  <a:pt x="1182" y="136"/>
                </a:lnTo>
                <a:lnTo>
                  <a:pt x="1170" y="121"/>
                </a:lnTo>
                <a:lnTo>
                  <a:pt x="1156" y="109"/>
                </a:lnTo>
                <a:lnTo>
                  <a:pt x="1138" y="102"/>
                </a:lnTo>
                <a:lnTo>
                  <a:pt x="1118" y="99"/>
                </a:lnTo>
                <a:close/>
                <a:moveTo>
                  <a:pt x="1116" y="0"/>
                </a:moveTo>
                <a:lnTo>
                  <a:pt x="1120" y="0"/>
                </a:lnTo>
                <a:lnTo>
                  <a:pt x="1150" y="3"/>
                </a:lnTo>
                <a:lnTo>
                  <a:pt x="1180" y="11"/>
                </a:lnTo>
                <a:lnTo>
                  <a:pt x="1206" y="23"/>
                </a:lnTo>
                <a:lnTo>
                  <a:pt x="1230" y="40"/>
                </a:lnTo>
                <a:lnTo>
                  <a:pt x="1252" y="61"/>
                </a:lnTo>
                <a:lnTo>
                  <a:pt x="1268" y="85"/>
                </a:lnTo>
                <a:lnTo>
                  <a:pt x="1281" y="112"/>
                </a:lnTo>
                <a:lnTo>
                  <a:pt x="1288" y="141"/>
                </a:lnTo>
                <a:lnTo>
                  <a:pt x="1292" y="171"/>
                </a:lnTo>
                <a:lnTo>
                  <a:pt x="1292" y="174"/>
                </a:lnTo>
                <a:lnTo>
                  <a:pt x="1294" y="194"/>
                </a:lnTo>
                <a:lnTo>
                  <a:pt x="1302" y="211"/>
                </a:lnTo>
                <a:lnTo>
                  <a:pt x="1314" y="226"/>
                </a:lnTo>
                <a:lnTo>
                  <a:pt x="1328" y="238"/>
                </a:lnTo>
                <a:lnTo>
                  <a:pt x="1345" y="245"/>
                </a:lnTo>
                <a:lnTo>
                  <a:pt x="1365" y="248"/>
                </a:lnTo>
                <a:lnTo>
                  <a:pt x="1442" y="248"/>
                </a:lnTo>
                <a:lnTo>
                  <a:pt x="1472" y="251"/>
                </a:lnTo>
                <a:lnTo>
                  <a:pt x="1499" y="260"/>
                </a:lnTo>
                <a:lnTo>
                  <a:pt x="1524" y="274"/>
                </a:lnTo>
                <a:lnTo>
                  <a:pt x="1547" y="291"/>
                </a:lnTo>
                <a:lnTo>
                  <a:pt x="1564" y="312"/>
                </a:lnTo>
                <a:lnTo>
                  <a:pt x="1578" y="338"/>
                </a:lnTo>
                <a:lnTo>
                  <a:pt x="1587" y="366"/>
                </a:lnTo>
                <a:lnTo>
                  <a:pt x="1590" y="396"/>
                </a:lnTo>
                <a:lnTo>
                  <a:pt x="1590" y="399"/>
                </a:lnTo>
                <a:lnTo>
                  <a:pt x="1587" y="428"/>
                </a:lnTo>
                <a:lnTo>
                  <a:pt x="1578" y="456"/>
                </a:lnTo>
                <a:lnTo>
                  <a:pt x="1564" y="481"/>
                </a:lnTo>
                <a:lnTo>
                  <a:pt x="1547" y="503"/>
                </a:lnTo>
                <a:lnTo>
                  <a:pt x="1524" y="521"/>
                </a:lnTo>
                <a:lnTo>
                  <a:pt x="1499" y="534"/>
                </a:lnTo>
                <a:lnTo>
                  <a:pt x="1472" y="543"/>
                </a:lnTo>
                <a:lnTo>
                  <a:pt x="1442" y="546"/>
                </a:lnTo>
                <a:lnTo>
                  <a:pt x="793" y="546"/>
                </a:lnTo>
                <a:lnTo>
                  <a:pt x="764" y="543"/>
                </a:lnTo>
                <a:lnTo>
                  <a:pt x="736" y="534"/>
                </a:lnTo>
                <a:lnTo>
                  <a:pt x="711" y="521"/>
                </a:lnTo>
                <a:lnTo>
                  <a:pt x="689" y="503"/>
                </a:lnTo>
                <a:lnTo>
                  <a:pt x="671" y="481"/>
                </a:lnTo>
                <a:lnTo>
                  <a:pt x="657" y="456"/>
                </a:lnTo>
                <a:lnTo>
                  <a:pt x="649" y="428"/>
                </a:lnTo>
                <a:lnTo>
                  <a:pt x="646" y="399"/>
                </a:lnTo>
                <a:lnTo>
                  <a:pt x="646" y="396"/>
                </a:lnTo>
                <a:lnTo>
                  <a:pt x="649" y="366"/>
                </a:lnTo>
                <a:lnTo>
                  <a:pt x="657" y="338"/>
                </a:lnTo>
                <a:lnTo>
                  <a:pt x="671" y="312"/>
                </a:lnTo>
                <a:lnTo>
                  <a:pt x="689" y="291"/>
                </a:lnTo>
                <a:lnTo>
                  <a:pt x="711" y="274"/>
                </a:lnTo>
                <a:lnTo>
                  <a:pt x="736" y="260"/>
                </a:lnTo>
                <a:lnTo>
                  <a:pt x="764" y="251"/>
                </a:lnTo>
                <a:lnTo>
                  <a:pt x="793" y="248"/>
                </a:lnTo>
                <a:lnTo>
                  <a:pt x="870" y="248"/>
                </a:lnTo>
                <a:lnTo>
                  <a:pt x="889" y="245"/>
                </a:lnTo>
                <a:lnTo>
                  <a:pt x="907" y="238"/>
                </a:lnTo>
                <a:lnTo>
                  <a:pt x="922" y="226"/>
                </a:lnTo>
                <a:lnTo>
                  <a:pt x="933" y="211"/>
                </a:lnTo>
                <a:lnTo>
                  <a:pt x="941" y="194"/>
                </a:lnTo>
                <a:lnTo>
                  <a:pt x="944" y="174"/>
                </a:lnTo>
                <a:lnTo>
                  <a:pt x="944" y="171"/>
                </a:lnTo>
                <a:lnTo>
                  <a:pt x="947" y="141"/>
                </a:lnTo>
                <a:lnTo>
                  <a:pt x="954" y="112"/>
                </a:lnTo>
                <a:lnTo>
                  <a:pt x="967" y="85"/>
                </a:lnTo>
                <a:lnTo>
                  <a:pt x="984" y="61"/>
                </a:lnTo>
                <a:lnTo>
                  <a:pt x="1005" y="40"/>
                </a:lnTo>
                <a:lnTo>
                  <a:pt x="1029" y="23"/>
                </a:lnTo>
                <a:lnTo>
                  <a:pt x="1056" y="11"/>
                </a:lnTo>
                <a:lnTo>
                  <a:pt x="1085" y="3"/>
                </a:lnTo>
                <a:lnTo>
                  <a:pt x="111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022BDF5-A2DA-4B37-83FA-8341078A7E1B}"/>
              </a:ext>
            </a:extLst>
          </p:cNvPr>
          <p:cNvGrpSpPr/>
          <p:nvPr userDrawn="1"/>
        </p:nvGrpSpPr>
        <p:grpSpPr>
          <a:xfrm flipH="1">
            <a:off x="2026919" y="-3350"/>
            <a:ext cx="10165079" cy="1052563"/>
            <a:chOff x="348637" y="82314"/>
            <a:chExt cx="12186124" cy="1579242"/>
          </a:xfrm>
        </p:grpSpPr>
        <p:sp>
          <p:nvSpPr>
            <p:cNvPr id="30" name="직사각형 17">
              <a:extLst>
                <a:ext uri="{FF2B5EF4-FFF2-40B4-BE49-F238E27FC236}">
                  <a16:creationId xmlns:a16="http://schemas.microsoft.com/office/drawing/2014/main" id="{1EA91BC2-2DD6-4D0C-9264-3CA164BF67EA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17">
              <a:extLst>
                <a:ext uri="{FF2B5EF4-FFF2-40B4-BE49-F238E27FC236}">
                  <a16:creationId xmlns:a16="http://schemas.microsoft.com/office/drawing/2014/main" id="{BFFE9F11-C2FA-4761-A1F5-C5D5E5D1901B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17">
              <a:extLst>
                <a:ext uri="{FF2B5EF4-FFF2-40B4-BE49-F238E27FC236}">
                  <a16:creationId xmlns:a16="http://schemas.microsoft.com/office/drawing/2014/main" id="{F2294F57-37A3-48BC-B9B3-A99CF64E5A37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757BAD84-7292-4A3C-9905-A589F25E1AD0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69666D7-5A69-445B-A79A-E164A93E421A}"/>
              </a:ext>
            </a:extLst>
          </p:cNvPr>
          <p:cNvGrpSpPr/>
          <p:nvPr userDrawn="1"/>
        </p:nvGrpSpPr>
        <p:grpSpPr>
          <a:xfrm>
            <a:off x="0" y="6499932"/>
            <a:ext cx="9056077" cy="358068"/>
            <a:chOff x="0" y="6138629"/>
            <a:chExt cx="5148563" cy="719371"/>
          </a:xfrm>
        </p:grpSpPr>
        <p:sp>
          <p:nvSpPr>
            <p:cNvPr id="35" name="직사각형 17">
              <a:extLst>
                <a:ext uri="{FF2B5EF4-FFF2-40B4-BE49-F238E27FC236}">
                  <a16:creationId xmlns:a16="http://schemas.microsoft.com/office/drawing/2014/main" id="{9F43BE15-A6F4-4D88-B747-AC1AFFB189E1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EE777F61-1657-44EF-94AF-F912C45EC617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F0D1E3F-9BD0-42EB-9E97-93EFA6DD36B3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75A3E334-6D76-4223-8FE9-A963248AE9BC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9" name="그림 38" descr="표지판이(가) 표시된 사진&#10;&#10;자동 생성된 설명">
            <a:extLst>
              <a:ext uri="{FF2B5EF4-FFF2-40B4-BE49-F238E27FC236}">
                <a16:creationId xmlns:a16="http://schemas.microsoft.com/office/drawing/2014/main" id="{26F00A7A-8A13-4D4F-BAC6-625AF2D999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657" y="152834"/>
            <a:ext cx="678228" cy="56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3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4A7AEC2-D1D5-4765-89CE-7C5E7FEF0864}"/>
              </a:ext>
            </a:extLst>
          </p:cNvPr>
          <p:cNvSpPr/>
          <p:nvPr userDrawn="1"/>
        </p:nvSpPr>
        <p:spPr>
          <a:xfrm>
            <a:off x="0" y="6458667"/>
            <a:ext cx="12192000" cy="399334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전자기기이(가) 표시된 사진&#10;&#10;자동 생성된 설명">
            <a:extLst>
              <a:ext uri="{FF2B5EF4-FFF2-40B4-BE49-F238E27FC236}">
                <a16:creationId xmlns:a16="http://schemas.microsoft.com/office/drawing/2014/main" id="{2F3D5CB9-B17B-4C02-AED5-48DB88126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0381"/>
            <a:ext cx="5881904" cy="5607619"/>
          </a:xfrm>
          <a:prstGeom prst="rect">
            <a:avLst/>
          </a:prstGeom>
        </p:spPr>
      </p:pic>
      <p:sp>
        <p:nvSpPr>
          <p:cNvPr id="25" name="직사각형 17">
            <a:extLst>
              <a:ext uri="{FF2B5EF4-FFF2-40B4-BE49-F238E27FC236}">
                <a16:creationId xmlns:a16="http://schemas.microsoft.com/office/drawing/2014/main" id="{C457E723-31CB-4544-A14D-4BDB4BC839B4}"/>
              </a:ext>
            </a:extLst>
          </p:cNvPr>
          <p:cNvSpPr/>
          <p:nvPr/>
        </p:nvSpPr>
        <p:spPr>
          <a:xfrm flipV="1">
            <a:off x="0" y="6499932"/>
            <a:ext cx="9056077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17">
            <a:extLst>
              <a:ext uri="{FF2B5EF4-FFF2-40B4-BE49-F238E27FC236}">
                <a16:creationId xmlns:a16="http://schemas.microsoft.com/office/drawing/2014/main" id="{06714C83-E348-4747-9E91-D489455821C0}"/>
              </a:ext>
            </a:extLst>
          </p:cNvPr>
          <p:cNvSpPr/>
          <p:nvPr/>
        </p:nvSpPr>
        <p:spPr>
          <a:xfrm flipV="1">
            <a:off x="0" y="6500082"/>
            <a:ext cx="8165134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17">
            <a:extLst>
              <a:ext uri="{FF2B5EF4-FFF2-40B4-BE49-F238E27FC236}">
                <a16:creationId xmlns:a16="http://schemas.microsoft.com/office/drawing/2014/main" id="{BD678E78-FD6C-4E91-A849-BA422DF810F1}"/>
              </a:ext>
            </a:extLst>
          </p:cNvPr>
          <p:cNvSpPr/>
          <p:nvPr/>
        </p:nvSpPr>
        <p:spPr>
          <a:xfrm flipV="1">
            <a:off x="0" y="6500082"/>
            <a:ext cx="7238033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17">
            <a:extLst>
              <a:ext uri="{FF2B5EF4-FFF2-40B4-BE49-F238E27FC236}">
                <a16:creationId xmlns:a16="http://schemas.microsoft.com/office/drawing/2014/main" id="{8E3E8210-0EC1-4DD1-9753-8F37B16CCF7B}"/>
              </a:ext>
            </a:extLst>
          </p:cNvPr>
          <p:cNvSpPr/>
          <p:nvPr/>
        </p:nvSpPr>
        <p:spPr>
          <a:xfrm flipV="1">
            <a:off x="0" y="6500082"/>
            <a:ext cx="6405049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288CA19-EB34-498B-9DCE-9EE29BC8E22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04558" y="249593"/>
            <a:ext cx="8153401" cy="38779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sz="2800" b="1" spc="-100" baseline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4C61E2-C038-42CD-B7E4-77D18EFB167D}"/>
              </a:ext>
            </a:extLst>
          </p:cNvPr>
          <p:cNvGrpSpPr/>
          <p:nvPr userDrawn="1"/>
        </p:nvGrpSpPr>
        <p:grpSpPr>
          <a:xfrm flipH="1">
            <a:off x="2026919" y="-3350"/>
            <a:ext cx="10165079" cy="1052563"/>
            <a:chOff x="348637" y="82314"/>
            <a:chExt cx="12186124" cy="1579242"/>
          </a:xfrm>
        </p:grpSpPr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D1F029D9-F6F4-4B0F-8CDB-226278775EAB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7F29F01-3484-45A7-97A5-D5C5BFF5916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6D92DF6D-98D2-4F11-A18D-ED6AADA976B8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17">
              <a:extLst>
                <a:ext uri="{FF2B5EF4-FFF2-40B4-BE49-F238E27FC236}">
                  <a16:creationId xmlns:a16="http://schemas.microsoft.com/office/drawing/2014/main" id="{34E61399-F38D-4192-9DB7-F84B00EAF847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29B268-9C86-43C1-9841-C7F5B847C9FB}"/>
              </a:ext>
            </a:extLst>
          </p:cNvPr>
          <p:cNvSpPr txBox="1"/>
          <p:nvPr userDrawn="1"/>
        </p:nvSpPr>
        <p:spPr>
          <a:xfrm>
            <a:off x="4988336" y="6518360"/>
            <a:ext cx="2214381" cy="246221"/>
          </a:xfrm>
          <a:prstGeom prst="rect">
            <a:avLst/>
          </a:prstGeom>
          <a:noFill/>
          <a:effectLst/>
        </p:spPr>
        <p:txBody>
          <a:bodyPr wrap="square" tIns="0" bIns="0" rtlCol="0" anchor="ctr" anchorCtr="0">
            <a:spAutoFit/>
          </a:bodyPr>
          <a:lstStyle/>
          <a:p>
            <a:pPr algn="l"/>
            <a:r>
              <a:rPr lang="en-US" altLang="ko-KR" sz="16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G2</a:t>
            </a:r>
            <a:r>
              <a:rPr lang="en-US" altLang="ko-KR" sz="12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touch Confidential</a:t>
            </a:r>
            <a:r>
              <a:rPr lang="en-US" altLang="ko-KR" sz="11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2021</a:t>
            </a:r>
            <a:endParaRPr lang="ko-KR" altLang="en-US" sz="1100" b="1" i="0" u="none" dirty="0"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그림 45" descr="표지판이(가) 표시된 사진&#10;&#10;자동 생성된 설명">
            <a:extLst>
              <a:ext uri="{FF2B5EF4-FFF2-40B4-BE49-F238E27FC236}">
                <a16:creationId xmlns:a16="http://schemas.microsoft.com/office/drawing/2014/main" id="{F57AC6AD-D913-4198-954F-0A687B588C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657" y="152834"/>
            <a:ext cx="678228" cy="56112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E6BBA63-88FB-4837-A8D2-637D1AB0206A}"/>
              </a:ext>
            </a:extLst>
          </p:cNvPr>
          <p:cNvSpPr txBox="1"/>
          <p:nvPr userDrawn="1"/>
        </p:nvSpPr>
        <p:spPr>
          <a:xfrm>
            <a:off x="72040" y="6622812"/>
            <a:ext cx="58420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fld id="{DBDF7836-E6E9-4EFF-995A-5630EC5FB7E8}" type="slidenum">
              <a:rPr lang="ko-KR" altLang="en-US" sz="1200" b="1" smtClean="0">
                <a:solidFill>
                  <a:schemeClr val="accent5">
                    <a:lumMod val="50000"/>
                  </a:schemeClr>
                </a:solidFill>
              </a:rPr>
              <a:pPr/>
              <a:t>‹#›</a:t>
            </a:fld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7A7B1-1541-4271-89CE-1C260C2CBC57}"/>
              </a:ext>
            </a:extLst>
          </p:cNvPr>
          <p:cNvSpPr txBox="1"/>
          <p:nvPr userDrawn="1"/>
        </p:nvSpPr>
        <p:spPr>
          <a:xfrm>
            <a:off x="9428604" y="6607423"/>
            <a:ext cx="2612317" cy="215444"/>
          </a:xfrm>
          <a:prstGeom prst="rect">
            <a:avLst/>
          </a:prstGeom>
          <a:noFill/>
          <a:effectLst/>
        </p:spPr>
        <p:txBody>
          <a:bodyPr wrap="none" tIns="0" bIns="0" rtlCol="0">
            <a:spAutoFit/>
          </a:bodyPr>
          <a:lstStyle/>
          <a:p>
            <a:pPr algn="r"/>
            <a:r>
              <a:rPr lang="en-US" altLang="ko-KR" sz="1400" b="0" i="0" dirty="0">
                <a:solidFill>
                  <a:srgbClr val="00B050"/>
                </a:solidFill>
                <a:effectLst/>
                <a:latin typeface="Arial Rounded MT Bold" panose="020F0704030504030204" pitchFamily="34" charset="0"/>
              </a:rPr>
              <a:t>Think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6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flexible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&amp;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09D11"/>
                </a:solidFill>
                <a:effectLst/>
                <a:latin typeface="Arial Rounded MT Bold" panose="020F0704030504030204" pitchFamily="34" charset="0"/>
              </a:rPr>
              <a:t>Jump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active</a:t>
            </a:r>
            <a:endParaRPr lang="ko-KR" altLang="en-US" sz="1400" b="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A08524A-BB42-41F7-8C3C-BC3FA5EB5033}"/>
              </a:ext>
            </a:extLst>
          </p:cNvPr>
          <p:cNvCxnSpPr>
            <a:cxnSpLocks/>
          </p:cNvCxnSpPr>
          <p:nvPr userDrawn="1"/>
        </p:nvCxnSpPr>
        <p:spPr>
          <a:xfrm flipH="1">
            <a:off x="92820" y="718923"/>
            <a:ext cx="12099179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71CB563B-D625-4AEF-9F8B-D4C0020C3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32" y="846515"/>
            <a:ext cx="11815937" cy="556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0322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21">
          <p15:clr>
            <a:srgbClr val="FBAE40"/>
          </p15:clr>
        </p15:guide>
        <p15:guide id="4" pos="755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4A7AEC2-D1D5-4765-89CE-7C5E7FEF0864}"/>
              </a:ext>
            </a:extLst>
          </p:cNvPr>
          <p:cNvSpPr/>
          <p:nvPr userDrawn="1"/>
        </p:nvSpPr>
        <p:spPr>
          <a:xfrm>
            <a:off x="0" y="6458667"/>
            <a:ext cx="12192000" cy="399334"/>
          </a:xfrm>
          <a:prstGeom prst="rect">
            <a:avLst/>
          </a:prstGeom>
          <a:solidFill>
            <a:schemeClr val="bg1">
              <a:lumMod val="9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전자기기이(가) 표시된 사진&#10;&#10;자동 생성된 설명">
            <a:extLst>
              <a:ext uri="{FF2B5EF4-FFF2-40B4-BE49-F238E27FC236}">
                <a16:creationId xmlns:a16="http://schemas.microsoft.com/office/drawing/2014/main" id="{2F3D5CB9-B17B-4C02-AED5-48DB88126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0381"/>
            <a:ext cx="5881904" cy="5607619"/>
          </a:xfrm>
          <a:prstGeom prst="rect">
            <a:avLst/>
          </a:prstGeom>
        </p:spPr>
      </p:pic>
      <p:sp>
        <p:nvSpPr>
          <p:cNvPr id="25" name="직사각형 17">
            <a:extLst>
              <a:ext uri="{FF2B5EF4-FFF2-40B4-BE49-F238E27FC236}">
                <a16:creationId xmlns:a16="http://schemas.microsoft.com/office/drawing/2014/main" id="{C457E723-31CB-4544-A14D-4BDB4BC839B4}"/>
              </a:ext>
            </a:extLst>
          </p:cNvPr>
          <p:cNvSpPr/>
          <p:nvPr/>
        </p:nvSpPr>
        <p:spPr>
          <a:xfrm flipV="1">
            <a:off x="0" y="6499932"/>
            <a:ext cx="9056077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17">
            <a:extLst>
              <a:ext uri="{FF2B5EF4-FFF2-40B4-BE49-F238E27FC236}">
                <a16:creationId xmlns:a16="http://schemas.microsoft.com/office/drawing/2014/main" id="{06714C83-E348-4747-9E91-D489455821C0}"/>
              </a:ext>
            </a:extLst>
          </p:cNvPr>
          <p:cNvSpPr/>
          <p:nvPr/>
        </p:nvSpPr>
        <p:spPr>
          <a:xfrm flipV="1">
            <a:off x="0" y="6500082"/>
            <a:ext cx="8165134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17">
            <a:extLst>
              <a:ext uri="{FF2B5EF4-FFF2-40B4-BE49-F238E27FC236}">
                <a16:creationId xmlns:a16="http://schemas.microsoft.com/office/drawing/2014/main" id="{BD678E78-FD6C-4E91-A849-BA422DF810F1}"/>
              </a:ext>
            </a:extLst>
          </p:cNvPr>
          <p:cNvSpPr/>
          <p:nvPr/>
        </p:nvSpPr>
        <p:spPr>
          <a:xfrm flipV="1">
            <a:off x="0" y="6500082"/>
            <a:ext cx="7238033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17">
            <a:extLst>
              <a:ext uri="{FF2B5EF4-FFF2-40B4-BE49-F238E27FC236}">
                <a16:creationId xmlns:a16="http://schemas.microsoft.com/office/drawing/2014/main" id="{8E3E8210-0EC1-4DD1-9753-8F37B16CCF7B}"/>
              </a:ext>
            </a:extLst>
          </p:cNvPr>
          <p:cNvSpPr/>
          <p:nvPr/>
        </p:nvSpPr>
        <p:spPr>
          <a:xfrm flipV="1">
            <a:off x="0" y="6500082"/>
            <a:ext cx="6405049" cy="357918"/>
          </a:xfrm>
          <a:custGeom>
            <a:avLst/>
            <a:gdLst/>
            <a:ahLst/>
            <a:cxnLst/>
            <a:rect l="l" t="t" r="r" b="b"/>
            <a:pathLst>
              <a:path w="6467234" h="2785650">
                <a:moveTo>
                  <a:pt x="0" y="0"/>
                </a:moveTo>
                <a:lnTo>
                  <a:pt x="6467234" y="0"/>
                </a:lnTo>
                <a:cubicBezTo>
                  <a:pt x="3743979" y="475845"/>
                  <a:pt x="1453989" y="1477726"/>
                  <a:pt x="0" y="278565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288CA19-EB34-498B-9DCE-9EE29BC8E22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04558" y="141790"/>
            <a:ext cx="8153401" cy="3323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sz="2400" b="1" spc="-100" baseline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52B3995A-1347-459B-8A42-03E475E732BF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88032" y="846515"/>
            <a:ext cx="11815937" cy="556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B3097EF4-F429-40B0-9005-16505A14E166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204558" y="512995"/>
            <a:ext cx="10515600" cy="1661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sz="1200" b="1" baseline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 마스터 제목에 대한 부가 설명 편집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4C96A97-F454-4665-BAF8-26791C79ECB4}"/>
              </a:ext>
            </a:extLst>
          </p:cNvPr>
          <p:cNvCxnSpPr>
            <a:cxnSpLocks/>
          </p:cNvCxnSpPr>
          <p:nvPr userDrawn="1"/>
        </p:nvCxnSpPr>
        <p:spPr>
          <a:xfrm flipH="1">
            <a:off x="92820" y="718923"/>
            <a:ext cx="12099179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4C61E2-C038-42CD-B7E4-77D18EFB167D}"/>
              </a:ext>
            </a:extLst>
          </p:cNvPr>
          <p:cNvGrpSpPr/>
          <p:nvPr userDrawn="1"/>
        </p:nvGrpSpPr>
        <p:grpSpPr>
          <a:xfrm flipH="1">
            <a:off x="2026919" y="-3350"/>
            <a:ext cx="10165079" cy="1052563"/>
            <a:chOff x="348637" y="82314"/>
            <a:chExt cx="12186124" cy="1579242"/>
          </a:xfrm>
        </p:grpSpPr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D1F029D9-F6F4-4B0F-8CDB-226278775EAB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7F29F01-3484-45A7-97A5-D5C5BFF5916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6D92DF6D-98D2-4F11-A18D-ED6AADA976B8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17">
              <a:extLst>
                <a:ext uri="{FF2B5EF4-FFF2-40B4-BE49-F238E27FC236}">
                  <a16:creationId xmlns:a16="http://schemas.microsoft.com/office/drawing/2014/main" id="{34E61399-F38D-4192-9DB7-F84B00EAF847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29B268-9C86-43C1-9841-C7F5B847C9FB}"/>
              </a:ext>
            </a:extLst>
          </p:cNvPr>
          <p:cNvSpPr txBox="1"/>
          <p:nvPr userDrawn="1"/>
        </p:nvSpPr>
        <p:spPr>
          <a:xfrm>
            <a:off x="4988336" y="6518360"/>
            <a:ext cx="2214381" cy="246221"/>
          </a:xfrm>
          <a:prstGeom prst="rect">
            <a:avLst/>
          </a:prstGeom>
          <a:noFill/>
          <a:effectLst/>
        </p:spPr>
        <p:txBody>
          <a:bodyPr wrap="square" tIns="0" bIns="0" rtlCol="0" anchor="ctr" anchorCtr="0">
            <a:spAutoFit/>
          </a:bodyPr>
          <a:lstStyle/>
          <a:p>
            <a:pPr algn="l"/>
            <a:r>
              <a:rPr lang="en-US" altLang="ko-KR" sz="16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G2</a:t>
            </a:r>
            <a:r>
              <a:rPr lang="en-US" altLang="ko-KR" sz="12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touch Confidential</a:t>
            </a:r>
            <a:r>
              <a:rPr lang="en-US" altLang="ko-KR" sz="11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2021</a:t>
            </a:r>
            <a:endParaRPr lang="ko-KR" altLang="en-US" sz="1100" b="1" i="0" u="none" dirty="0"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그림 45" descr="표지판이(가) 표시된 사진&#10;&#10;자동 생성된 설명">
            <a:extLst>
              <a:ext uri="{FF2B5EF4-FFF2-40B4-BE49-F238E27FC236}">
                <a16:creationId xmlns:a16="http://schemas.microsoft.com/office/drawing/2014/main" id="{F57AC6AD-D913-4198-954F-0A687B588C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657" y="152834"/>
            <a:ext cx="678228" cy="56112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E6BBA63-88FB-4837-A8D2-637D1AB0206A}"/>
              </a:ext>
            </a:extLst>
          </p:cNvPr>
          <p:cNvSpPr txBox="1"/>
          <p:nvPr userDrawn="1"/>
        </p:nvSpPr>
        <p:spPr>
          <a:xfrm>
            <a:off x="72040" y="6622812"/>
            <a:ext cx="58420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fld id="{DBDF7836-E6E9-4EFF-995A-5630EC5FB7E8}" type="slidenum">
              <a:rPr lang="ko-KR" altLang="en-US" sz="1200" b="1" smtClean="0">
                <a:solidFill>
                  <a:schemeClr val="accent5">
                    <a:lumMod val="50000"/>
                  </a:schemeClr>
                </a:solidFill>
              </a:rPr>
              <a:pPr/>
              <a:t>‹#›</a:t>
            </a:fld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7A7B1-1541-4271-89CE-1C260C2CBC57}"/>
              </a:ext>
            </a:extLst>
          </p:cNvPr>
          <p:cNvSpPr txBox="1"/>
          <p:nvPr userDrawn="1"/>
        </p:nvSpPr>
        <p:spPr>
          <a:xfrm>
            <a:off x="9428604" y="6607423"/>
            <a:ext cx="2612317" cy="215444"/>
          </a:xfrm>
          <a:prstGeom prst="rect">
            <a:avLst/>
          </a:prstGeom>
          <a:noFill/>
          <a:effectLst/>
        </p:spPr>
        <p:txBody>
          <a:bodyPr wrap="none" tIns="0" bIns="0" rtlCol="0">
            <a:spAutoFit/>
          </a:bodyPr>
          <a:lstStyle/>
          <a:p>
            <a:pPr algn="r"/>
            <a:r>
              <a:rPr lang="en-US" altLang="ko-KR" sz="1400" b="0" i="0" dirty="0">
                <a:solidFill>
                  <a:srgbClr val="00B050"/>
                </a:solidFill>
                <a:effectLst/>
                <a:latin typeface="Arial Rounded MT Bold" panose="020F0704030504030204" pitchFamily="34" charset="0"/>
              </a:rPr>
              <a:t>Think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6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flexible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&amp;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09D11"/>
                </a:solidFill>
                <a:effectLst/>
                <a:latin typeface="Arial Rounded MT Bold" panose="020F0704030504030204" pitchFamily="34" charset="0"/>
              </a:rPr>
              <a:t>Jump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active</a:t>
            </a:r>
            <a:endParaRPr lang="ko-KR" altLang="en-US" sz="1400" b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047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21" userDrawn="1">
          <p15:clr>
            <a:srgbClr val="FBAE40"/>
          </p15:clr>
        </p15:guide>
        <p15:guide id="4" pos="75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3 - 큰 그림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5F36E27F-1986-4730-8BCE-34E955A80326}"/>
              </a:ext>
            </a:extLst>
          </p:cNvPr>
          <p:cNvGrpSpPr/>
          <p:nvPr userDrawn="1"/>
        </p:nvGrpSpPr>
        <p:grpSpPr>
          <a:xfrm flipV="1">
            <a:off x="-4" y="6518360"/>
            <a:ext cx="12192001" cy="339640"/>
            <a:chOff x="-4" y="0"/>
            <a:chExt cx="12192001" cy="421328"/>
          </a:xfrm>
        </p:grpSpPr>
        <p:sp>
          <p:nvSpPr>
            <p:cNvPr id="31" name="직사각형 17">
              <a:extLst>
                <a:ext uri="{FF2B5EF4-FFF2-40B4-BE49-F238E27FC236}">
                  <a16:creationId xmlns:a16="http://schemas.microsoft.com/office/drawing/2014/main" id="{2FC5946E-27C5-41F6-9D9B-3B70B1A5617B}"/>
                </a:ext>
              </a:extLst>
            </p:cNvPr>
            <p:cNvSpPr/>
            <p:nvPr/>
          </p:nvSpPr>
          <p:spPr>
            <a:xfrm flipH="1">
              <a:off x="-4" y="88333"/>
              <a:ext cx="12191998" cy="3329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17">
              <a:extLst>
                <a:ext uri="{FF2B5EF4-FFF2-40B4-BE49-F238E27FC236}">
                  <a16:creationId xmlns:a16="http://schemas.microsoft.com/office/drawing/2014/main" id="{B2956F35-4DC0-470C-8EDE-D97D1DA4E1E0}"/>
                </a:ext>
              </a:extLst>
            </p:cNvPr>
            <p:cNvSpPr/>
            <p:nvPr/>
          </p:nvSpPr>
          <p:spPr>
            <a:xfrm flipH="1">
              <a:off x="-4" y="58888"/>
              <a:ext cx="12191998" cy="3329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17">
              <a:extLst>
                <a:ext uri="{FF2B5EF4-FFF2-40B4-BE49-F238E27FC236}">
                  <a16:creationId xmlns:a16="http://schemas.microsoft.com/office/drawing/2014/main" id="{AC471291-64E0-40C4-ABDE-F4B31985029F}"/>
                </a:ext>
              </a:extLst>
            </p:cNvPr>
            <p:cNvSpPr/>
            <p:nvPr/>
          </p:nvSpPr>
          <p:spPr>
            <a:xfrm flipH="1">
              <a:off x="-1" y="29444"/>
              <a:ext cx="12191998" cy="3329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17">
              <a:extLst>
                <a:ext uri="{FF2B5EF4-FFF2-40B4-BE49-F238E27FC236}">
                  <a16:creationId xmlns:a16="http://schemas.microsoft.com/office/drawing/2014/main" id="{2A2C1841-67FB-479C-B3C8-B2DC615303B0}"/>
                </a:ext>
              </a:extLst>
            </p:cNvPr>
            <p:cNvSpPr/>
            <p:nvPr userDrawn="1"/>
          </p:nvSpPr>
          <p:spPr>
            <a:xfrm flipH="1">
              <a:off x="-4" y="0"/>
              <a:ext cx="12191998" cy="33299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9CD9476-97B1-4517-AE05-8A68D3DB71A4}"/>
              </a:ext>
            </a:extLst>
          </p:cNvPr>
          <p:cNvGrpSpPr/>
          <p:nvPr userDrawn="1"/>
        </p:nvGrpSpPr>
        <p:grpSpPr>
          <a:xfrm>
            <a:off x="-4" y="0"/>
            <a:ext cx="12192001" cy="530400"/>
            <a:chOff x="-4" y="0"/>
            <a:chExt cx="12192001" cy="421328"/>
          </a:xfrm>
        </p:grpSpPr>
        <p:sp>
          <p:nvSpPr>
            <p:cNvPr id="36" name="직사각형 17">
              <a:extLst>
                <a:ext uri="{FF2B5EF4-FFF2-40B4-BE49-F238E27FC236}">
                  <a16:creationId xmlns:a16="http://schemas.microsoft.com/office/drawing/2014/main" id="{D1F029D9-F6F4-4B0F-8CDB-226278775EAB}"/>
                </a:ext>
              </a:extLst>
            </p:cNvPr>
            <p:cNvSpPr/>
            <p:nvPr/>
          </p:nvSpPr>
          <p:spPr>
            <a:xfrm flipH="1">
              <a:off x="-4" y="88333"/>
              <a:ext cx="12191998" cy="3329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17">
              <a:extLst>
                <a:ext uri="{FF2B5EF4-FFF2-40B4-BE49-F238E27FC236}">
                  <a16:creationId xmlns:a16="http://schemas.microsoft.com/office/drawing/2014/main" id="{97F29F01-3484-45A7-97A5-D5C5BFF5916E}"/>
                </a:ext>
              </a:extLst>
            </p:cNvPr>
            <p:cNvSpPr/>
            <p:nvPr/>
          </p:nvSpPr>
          <p:spPr>
            <a:xfrm flipH="1">
              <a:off x="-4" y="58888"/>
              <a:ext cx="12191998" cy="3329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17">
              <a:extLst>
                <a:ext uri="{FF2B5EF4-FFF2-40B4-BE49-F238E27FC236}">
                  <a16:creationId xmlns:a16="http://schemas.microsoft.com/office/drawing/2014/main" id="{6D92DF6D-98D2-4F11-A18D-ED6AADA976B8}"/>
                </a:ext>
              </a:extLst>
            </p:cNvPr>
            <p:cNvSpPr/>
            <p:nvPr/>
          </p:nvSpPr>
          <p:spPr>
            <a:xfrm flipH="1">
              <a:off x="-1" y="29444"/>
              <a:ext cx="12191998" cy="3329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17">
              <a:extLst>
                <a:ext uri="{FF2B5EF4-FFF2-40B4-BE49-F238E27FC236}">
                  <a16:creationId xmlns:a16="http://schemas.microsoft.com/office/drawing/2014/main" id="{34E61399-F38D-4192-9DB7-F84B00EAF847}"/>
                </a:ext>
              </a:extLst>
            </p:cNvPr>
            <p:cNvSpPr/>
            <p:nvPr userDrawn="1"/>
          </p:nvSpPr>
          <p:spPr>
            <a:xfrm flipH="1">
              <a:off x="-4" y="0"/>
              <a:ext cx="12191998" cy="33299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 descr="전자기기이(가) 표시된 사진&#10;&#10;자동 생성된 설명">
            <a:extLst>
              <a:ext uri="{FF2B5EF4-FFF2-40B4-BE49-F238E27FC236}">
                <a16:creationId xmlns:a16="http://schemas.microsoft.com/office/drawing/2014/main" id="{2F3D5CB9-B17B-4C02-AED5-48DB88126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0381"/>
            <a:ext cx="5881904" cy="5607619"/>
          </a:xfrm>
          <a:prstGeom prst="rect">
            <a:avLst/>
          </a:prstGeom>
        </p:spPr>
      </p:pic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288CA19-EB34-498B-9DCE-9EE29BC8E22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04558" y="96980"/>
            <a:ext cx="8153401" cy="2769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sz="2000" b="1" spc="-100" baseline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52B3995A-1347-459B-8A42-03E475E732BF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188032" y="577871"/>
            <a:ext cx="11815937" cy="5723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5FC3BC-EC03-4B9A-A1AB-64565772F06C}"/>
              </a:ext>
            </a:extLst>
          </p:cNvPr>
          <p:cNvGrpSpPr/>
          <p:nvPr userDrawn="1"/>
        </p:nvGrpSpPr>
        <p:grpSpPr>
          <a:xfrm>
            <a:off x="10947862" y="72794"/>
            <a:ext cx="1093059" cy="304565"/>
            <a:chOff x="10484773" y="69093"/>
            <a:chExt cx="928791" cy="243314"/>
          </a:xfrm>
        </p:grpSpPr>
        <p:pic>
          <p:nvPicPr>
            <p:cNvPr id="46" name="그림 45" descr="표지판이(가) 표시된 사진&#10;&#10;자동 생성된 설명">
              <a:extLst>
                <a:ext uri="{FF2B5EF4-FFF2-40B4-BE49-F238E27FC236}">
                  <a16:creationId xmlns:a16="http://schemas.microsoft.com/office/drawing/2014/main" id="{F57AC6AD-D913-4198-954F-0A687B588C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alphaModFix amt="8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663"/>
            <a:stretch/>
          </p:blipFill>
          <p:spPr>
            <a:xfrm>
              <a:off x="10868948" y="122406"/>
              <a:ext cx="544616" cy="136689"/>
            </a:xfrm>
            <a:prstGeom prst="rect">
              <a:avLst/>
            </a:prstGeom>
          </p:spPr>
        </p:pic>
        <p:pic>
          <p:nvPicPr>
            <p:cNvPr id="29" name="그림 28" descr="표지판이(가) 표시된 사진&#10;&#10;자동 생성된 설명">
              <a:extLst>
                <a:ext uri="{FF2B5EF4-FFF2-40B4-BE49-F238E27FC236}">
                  <a16:creationId xmlns:a16="http://schemas.microsoft.com/office/drawing/2014/main" id="{426F2060-5CEB-4383-B38E-8CF9B32EA1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alphaModFix amt="8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0337"/>
            <a:stretch/>
          </p:blipFill>
          <p:spPr>
            <a:xfrm>
              <a:off x="10484773" y="69093"/>
              <a:ext cx="422161" cy="243314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29B268-9C86-43C1-9841-C7F5B847C9FB}"/>
              </a:ext>
            </a:extLst>
          </p:cNvPr>
          <p:cNvSpPr txBox="1"/>
          <p:nvPr userDrawn="1"/>
        </p:nvSpPr>
        <p:spPr>
          <a:xfrm>
            <a:off x="4988336" y="6593219"/>
            <a:ext cx="2214381" cy="246221"/>
          </a:xfrm>
          <a:prstGeom prst="rect">
            <a:avLst/>
          </a:prstGeom>
          <a:noFill/>
          <a:effectLst/>
        </p:spPr>
        <p:txBody>
          <a:bodyPr wrap="square" tIns="0" bIns="0" rtlCol="0" anchor="ctr" anchorCtr="0">
            <a:spAutoFit/>
          </a:bodyPr>
          <a:lstStyle/>
          <a:p>
            <a:pPr algn="l"/>
            <a:r>
              <a:rPr lang="en-US" altLang="ko-KR" sz="16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G2</a:t>
            </a:r>
            <a:r>
              <a:rPr lang="en-US" altLang="ko-KR" sz="12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touch Confidential</a:t>
            </a:r>
            <a:r>
              <a:rPr lang="en-US" altLang="ko-KR" sz="1100" b="1" i="0" u="none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2021</a:t>
            </a:r>
            <a:endParaRPr lang="ko-KR" altLang="en-US" sz="1100" b="1" i="0" u="none" dirty="0"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6BBA63-88FB-4837-A8D2-637D1AB0206A}"/>
              </a:ext>
            </a:extLst>
          </p:cNvPr>
          <p:cNvSpPr txBox="1"/>
          <p:nvPr userDrawn="1"/>
        </p:nvSpPr>
        <p:spPr>
          <a:xfrm>
            <a:off x="72040" y="6639385"/>
            <a:ext cx="58420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fld id="{DBDF7836-E6E9-4EFF-995A-5630EC5FB7E8}" type="slidenum">
              <a:rPr lang="ko-KR" altLang="en-US" sz="1200" b="1" smtClean="0">
                <a:solidFill>
                  <a:schemeClr val="accent5">
                    <a:lumMod val="50000"/>
                  </a:schemeClr>
                </a:solidFill>
              </a:rPr>
              <a:pPr/>
              <a:t>‹#›</a:t>
            </a:fld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7A7B1-1541-4271-89CE-1C260C2CBC57}"/>
              </a:ext>
            </a:extLst>
          </p:cNvPr>
          <p:cNvSpPr txBox="1"/>
          <p:nvPr userDrawn="1"/>
        </p:nvSpPr>
        <p:spPr>
          <a:xfrm>
            <a:off x="9428604" y="6623996"/>
            <a:ext cx="2612317" cy="215444"/>
          </a:xfrm>
          <a:prstGeom prst="rect">
            <a:avLst/>
          </a:prstGeom>
          <a:noFill/>
          <a:effectLst/>
        </p:spPr>
        <p:txBody>
          <a:bodyPr wrap="none" tIns="0" bIns="0" rtlCol="0">
            <a:spAutoFit/>
          </a:bodyPr>
          <a:lstStyle/>
          <a:p>
            <a:pPr algn="r"/>
            <a:r>
              <a:rPr lang="en-US" altLang="ko-KR" sz="1400" b="0" i="0" dirty="0">
                <a:solidFill>
                  <a:srgbClr val="00B050"/>
                </a:solidFill>
                <a:effectLst/>
                <a:latin typeface="Arial Rounded MT Bold" panose="020F0704030504030204" pitchFamily="34" charset="0"/>
              </a:rPr>
              <a:t>Think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6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flexible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F0000"/>
                </a:solidFill>
                <a:effectLst/>
                <a:latin typeface="Arial Rounded MT Bold" panose="020F0704030504030204" pitchFamily="34" charset="0"/>
              </a:rPr>
              <a:t>&amp;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rgbClr val="F09D11"/>
                </a:solidFill>
                <a:effectLst/>
                <a:latin typeface="Arial Rounded MT Bold" panose="020F0704030504030204" pitchFamily="34" charset="0"/>
              </a:rPr>
              <a:t>Jump</a:t>
            </a:r>
            <a:r>
              <a:rPr lang="en-US" altLang="ko-KR" sz="1400" b="0" i="0" dirty="0">
                <a:solidFill>
                  <a:srgbClr val="172B4D"/>
                </a:solidFill>
                <a:effectLst/>
                <a:latin typeface="Arial Rounded MT Bold" panose="020F0704030504030204" pitchFamily="34" charset="0"/>
              </a:rPr>
              <a:t> </a:t>
            </a:r>
            <a:r>
              <a:rPr lang="en-US" altLang="ko-KR" sz="1400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 Rounded MT Bold" panose="020F0704030504030204" pitchFamily="34" charset="0"/>
              </a:rPr>
              <a:t>active</a:t>
            </a:r>
            <a:endParaRPr lang="ko-KR" altLang="en-US" sz="1400" b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51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21">
          <p15:clr>
            <a:srgbClr val="FBAE40"/>
          </p15:clr>
        </p15:guide>
        <p15:guide id="4" pos="755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E344BF09-CC46-4F5C-94DF-429D177DDB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3446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5F3DA1D-E7F3-4A9A-891F-EA34F7D33E92}"/>
              </a:ext>
            </a:extLst>
          </p:cNvPr>
          <p:cNvSpPr txBox="1"/>
          <p:nvPr userDrawn="1"/>
        </p:nvSpPr>
        <p:spPr>
          <a:xfrm>
            <a:off x="2516702" y="2018399"/>
            <a:ext cx="7158596" cy="1582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200" b="1" spc="-100" baseline="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Verdana" panose="020B0604030504040204" pitchFamily="34" charset="0"/>
                <a:cs typeface="Aharoni" panose="02010803020104030203" pitchFamily="2" charset="-79"/>
              </a:rPr>
              <a:t>Thank you</a:t>
            </a:r>
            <a:endParaRPr lang="ko-KR" altLang="en-US" sz="7200" b="1" spc="-100" baseline="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ea typeface="HY견고딕" panose="02030600000101010101" pitchFamily="18" charset="-127"/>
              <a:cs typeface="Aharoni" panose="02010803020104030203" pitchFamily="2" charset="-79"/>
            </a:endParaRPr>
          </a:p>
        </p:txBody>
      </p:sp>
      <p:pic>
        <p:nvPicPr>
          <p:cNvPr id="29" name="그래픽 28" descr="악수">
            <a:extLst>
              <a:ext uri="{FF2B5EF4-FFF2-40B4-BE49-F238E27FC236}">
                <a16:creationId xmlns:a16="http://schemas.microsoft.com/office/drawing/2014/main" id="{B929F671-0DE5-4FD4-8432-3442766E9E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3535" y="3750875"/>
            <a:ext cx="1604930" cy="160493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F2EA30FF-7C40-4905-AE4C-0441599DB024}"/>
              </a:ext>
            </a:extLst>
          </p:cNvPr>
          <p:cNvGrpSpPr/>
          <p:nvPr userDrawn="1"/>
        </p:nvGrpSpPr>
        <p:grpSpPr>
          <a:xfrm flipH="1">
            <a:off x="-1" y="-3350"/>
            <a:ext cx="12191997" cy="1570893"/>
            <a:chOff x="348637" y="82314"/>
            <a:chExt cx="12186124" cy="1579242"/>
          </a:xfrm>
        </p:grpSpPr>
        <p:sp>
          <p:nvSpPr>
            <p:cNvPr id="16" name="직사각형 17">
              <a:extLst>
                <a:ext uri="{FF2B5EF4-FFF2-40B4-BE49-F238E27FC236}">
                  <a16:creationId xmlns:a16="http://schemas.microsoft.com/office/drawing/2014/main" id="{668E5260-52C0-425B-A78B-1225B240919D}"/>
                </a:ext>
              </a:extLst>
            </p:cNvPr>
            <p:cNvSpPr/>
            <p:nvPr/>
          </p:nvSpPr>
          <p:spPr>
            <a:xfrm>
              <a:off x="348637" y="82975"/>
              <a:ext cx="12186124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7">
              <a:extLst>
                <a:ext uri="{FF2B5EF4-FFF2-40B4-BE49-F238E27FC236}">
                  <a16:creationId xmlns:a16="http://schemas.microsoft.com/office/drawing/2014/main" id="{E7F905D9-DB4F-4C2C-AFF3-5689D762920E}"/>
                </a:ext>
              </a:extLst>
            </p:cNvPr>
            <p:cNvSpPr/>
            <p:nvPr/>
          </p:nvSpPr>
          <p:spPr>
            <a:xfrm>
              <a:off x="348637" y="82314"/>
              <a:ext cx="10987246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3F92B11-35F7-4293-8B1E-5C1AB9A7E7F8}"/>
                </a:ext>
              </a:extLst>
            </p:cNvPr>
            <p:cNvSpPr/>
            <p:nvPr/>
          </p:nvSpPr>
          <p:spPr>
            <a:xfrm>
              <a:off x="348637" y="82314"/>
              <a:ext cx="9739709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7">
              <a:extLst>
                <a:ext uri="{FF2B5EF4-FFF2-40B4-BE49-F238E27FC236}">
                  <a16:creationId xmlns:a16="http://schemas.microsoft.com/office/drawing/2014/main" id="{643C5E1C-52C9-4DB8-B687-BC27320560A7}"/>
                </a:ext>
              </a:extLst>
            </p:cNvPr>
            <p:cNvSpPr/>
            <p:nvPr/>
          </p:nvSpPr>
          <p:spPr>
            <a:xfrm>
              <a:off x="348637" y="82314"/>
              <a:ext cx="8618823" cy="1578581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AC5B458-5611-4F1A-896C-0A4391C9C092}"/>
              </a:ext>
            </a:extLst>
          </p:cNvPr>
          <p:cNvGrpSpPr/>
          <p:nvPr userDrawn="1"/>
        </p:nvGrpSpPr>
        <p:grpSpPr>
          <a:xfrm>
            <a:off x="0" y="6151984"/>
            <a:ext cx="12192000" cy="706016"/>
            <a:chOff x="0" y="6138629"/>
            <a:chExt cx="5148563" cy="719371"/>
          </a:xfrm>
        </p:grpSpPr>
        <p:sp>
          <p:nvSpPr>
            <p:cNvPr id="21" name="직사각형 17">
              <a:extLst>
                <a:ext uri="{FF2B5EF4-FFF2-40B4-BE49-F238E27FC236}">
                  <a16:creationId xmlns:a16="http://schemas.microsoft.com/office/drawing/2014/main" id="{CF3AAEAE-BA23-43D7-AEAD-8C0542DC2EE5}"/>
                </a:ext>
              </a:extLst>
            </p:cNvPr>
            <p:cNvSpPr/>
            <p:nvPr/>
          </p:nvSpPr>
          <p:spPr>
            <a:xfrm flipV="1">
              <a:off x="0" y="6138629"/>
              <a:ext cx="5148563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17">
              <a:extLst>
                <a:ext uri="{FF2B5EF4-FFF2-40B4-BE49-F238E27FC236}">
                  <a16:creationId xmlns:a16="http://schemas.microsoft.com/office/drawing/2014/main" id="{929DBD07-3EC2-4DF1-8CE3-F5B803496D1A}"/>
                </a:ext>
              </a:extLst>
            </p:cNvPr>
            <p:cNvSpPr/>
            <p:nvPr/>
          </p:nvSpPr>
          <p:spPr>
            <a:xfrm flipV="1">
              <a:off x="0" y="6138930"/>
              <a:ext cx="4642044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17">
              <a:extLst>
                <a:ext uri="{FF2B5EF4-FFF2-40B4-BE49-F238E27FC236}">
                  <a16:creationId xmlns:a16="http://schemas.microsoft.com/office/drawing/2014/main" id="{87EE3036-4264-428C-9FC9-F5DAB9B66749}"/>
                </a:ext>
              </a:extLst>
            </p:cNvPr>
            <p:cNvSpPr/>
            <p:nvPr/>
          </p:nvSpPr>
          <p:spPr>
            <a:xfrm flipV="1">
              <a:off x="0" y="6138930"/>
              <a:ext cx="4114968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17">
              <a:extLst>
                <a:ext uri="{FF2B5EF4-FFF2-40B4-BE49-F238E27FC236}">
                  <a16:creationId xmlns:a16="http://schemas.microsoft.com/office/drawing/2014/main" id="{C20B0F03-67E4-4EAB-8CD4-203FC2F9C60F}"/>
                </a:ext>
              </a:extLst>
            </p:cNvPr>
            <p:cNvSpPr/>
            <p:nvPr/>
          </p:nvSpPr>
          <p:spPr>
            <a:xfrm flipV="1">
              <a:off x="0" y="6138930"/>
              <a:ext cx="3641400" cy="719070"/>
            </a:xfrm>
            <a:custGeom>
              <a:avLst/>
              <a:gdLst/>
              <a:ahLst/>
              <a:cxnLst/>
              <a:rect l="l" t="t" r="r" b="b"/>
              <a:pathLst>
                <a:path w="6467234" h="2785650">
                  <a:moveTo>
                    <a:pt x="0" y="0"/>
                  </a:moveTo>
                  <a:lnTo>
                    <a:pt x="6467234" y="0"/>
                  </a:lnTo>
                  <a:cubicBezTo>
                    <a:pt x="3743979" y="475845"/>
                    <a:pt x="1453989" y="1477726"/>
                    <a:pt x="0" y="278565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058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74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  <p:sldLayoutId id="2147483679" r:id="rId3"/>
    <p:sldLayoutId id="2147483672" r:id="rId4"/>
    <p:sldLayoutId id="2147483677" r:id="rId5"/>
    <p:sldLayoutId id="2147483674" r:id="rId6"/>
    <p:sldLayoutId id="2147483678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8AA1B-0764-4C74-AAAC-302245981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board</a:t>
            </a:r>
            <a:br>
              <a:rPr lang="en-US" altLang="ko-KR" dirty="0"/>
            </a:br>
            <a:r>
              <a:rPr lang="en-US" altLang="ko-KR" sz="2000" dirty="0"/>
              <a:t>SNR calculation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D063E-0C1E-4347-85B1-07F2C937D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IC</a:t>
            </a:r>
            <a:r>
              <a:rPr lang="ko-KR" altLang="en-US" dirty="0"/>
              <a:t> 개발실</a:t>
            </a:r>
            <a:endParaRPr lang="en-US" altLang="ko-KR" dirty="0"/>
          </a:p>
          <a:p>
            <a:r>
              <a:rPr lang="en-US" altLang="ko-KR" dirty="0"/>
              <a:t>2021. 01. 25.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DC337F-A4E4-4CD9-BE3B-C14F0836FA8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ko-KR" dirty="0"/>
              <a:t>Flying-Fish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ADCF04-AFE3-4B2E-86DB-EAAE2CF9096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altLang="ko-KR" dirty="0"/>
              <a:t>Ver.01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5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0FDF3F-9616-4A6F-935E-75551A39E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AD1E7F-8396-4995-8C77-02E1A32A70B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5B796E4-27E9-4333-A26C-2D79F606311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F4CFFD-7183-43BB-89EA-FA454609819D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210C029-6DD6-478B-A965-BAB2D0A473C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01AB8EC-0EE9-4270-A1CF-48645256AEE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4642BF2-F743-4512-A314-9BAB5A23C939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F42B89A-FAF4-4A9C-B15A-CE45AC631F3B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48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1D00540D-97E2-4095-BE28-0FB839C14E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0" dirty="0">
                    <a:latin typeface="Cambria Math" panose="02040503050406030204" pitchFamily="18" charset="0"/>
                  </a:rPr>
                  <a:t>SNR: Signal-to-noise ratio		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𝑠𝑖𝑔𝑛𝑎𝑙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𝑛𝑜𝑖𝑠𝑒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r>
                  <a:rPr lang="en-US" altLang="ko-KR" b="0" dirty="0"/>
                  <a:t>SNR equation </a:t>
                </a:r>
                <a:r>
                  <a:rPr lang="en-US" altLang="ko-KR" dirty="0"/>
                  <a:t>decibels (dB)</a:t>
                </a:r>
                <a:r>
                  <a:rPr lang="en-US" altLang="ko-KR" b="0" dirty="0"/>
                  <a:t>: 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∑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where x: signal, n: noise, 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en-US" altLang="ko-KR" b="0" dirty="0"/>
                  <a:t>In MATLAB: 			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b="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𝑠𝑛𝑟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1D00540D-97E2-4095-BE28-0FB839C14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4" t="-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025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D00540D-97E2-4095-BE28-0FB839C1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Cambria Math" panose="02040503050406030204" pitchFamily="18" charset="0"/>
              </a:rPr>
              <a:t>Example 1: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8C8C9-0182-4333-8160-17089DE13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431" y="4625301"/>
            <a:ext cx="2779464" cy="99346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AF0473D-CCA4-49B7-B7FC-AFBC954F248D}"/>
              </a:ext>
            </a:extLst>
          </p:cNvPr>
          <p:cNvGrpSpPr/>
          <p:nvPr/>
        </p:nvGrpSpPr>
        <p:grpSpPr>
          <a:xfrm>
            <a:off x="100257" y="1736349"/>
            <a:ext cx="4963812" cy="2618368"/>
            <a:chOff x="100257" y="1736349"/>
            <a:chExt cx="4963812" cy="26183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DAEB4C-F4F2-4B89-8E88-486139B03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257" y="1736349"/>
              <a:ext cx="4963812" cy="261836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E7D8EF-2311-4929-BB4D-C8F239871346}"/>
                </a:ext>
              </a:extLst>
            </p:cNvPr>
            <p:cNvSpPr/>
            <p:nvPr/>
          </p:nvSpPr>
          <p:spPr>
            <a:xfrm>
              <a:off x="570368" y="2670773"/>
              <a:ext cx="3476531" cy="1629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C16041-5B84-4FD0-B71D-3B6DA1414C2A}"/>
                </a:ext>
              </a:extLst>
            </p:cNvPr>
            <p:cNvSpPr/>
            <p:nvPr/>
          </p:nvSpPr>
          <p:spPr>
            <a:xfrm>
              <a:off x="570367" y="2871373"/>
              <a:ext cx="3476531" cy="162963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98451A-EBE4-4474-9E28-5B902AE48B72}"/>
                </a:ext>
              </a:extLst>
            </p:cNvPr>
            <p:cNvSpPr/>
            <p:nvPr/>
          </p:nvSpPr>
          <p:spPr>
            <a:xfrm>
              <a:off x="570366" y="3072877"/>
              <a:ext cx="3476531" cy="16296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B2D9228-6067-4A43-AC08-4BA8E59A908A}"/>
              </a:ext>
            </a:extLst>
          </p:cNvPr>
          <p:cNvGrpSpPr/>
          <p:nvPr/>
        </p:nvGrpSpPr>
        <p:grpSpPr>
          <a:xfrm>
            <a:off x="5290073" y="1728018"/>
            <a:ext cx="6801670" cy="4013264"/>
            <a:chOff x="5290073" y="1728018"/>
            <a:chExt cx="6801670" cy="40132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62D6B3-3638-467B-8978-B2BD780C5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0073" y="1728018"/>
              <a:ext cx="6801670" cy="40132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3BC588-8458-4B1D-BA7D-3F14623D42EC}"/>
                </a:ext>
              </a:extLst>
            </p:cNvPr>
            <p:cNvSpPr/>
            <p:nvPr/>
          </p:nvSpPr>
          <p:spPr>
            <a:xfrm>
              <a:off x="5515748" y="2007833"/>
              <a:ext cx="6028552" cy="6058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85FD81-6891-4A4F-B755-2109EEF2D1F7}"/>
                </a:ext>
              </a:extLst>
            </p:cNvPr>
            <p:cNvSpPr/>
            <p:nvPr/>
          </p:nvSpPr>
          <p:spPr>
            <a:xfrm>
              <a:off x="5515749" y="3418963"/>
              <a:ext cx="6028552" cy="535817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3F10CF-5853-4866-9DAC-C13A4CB528B3}"/>
                </a:ext>
              </a:extLst>
            </p:cNvPr>
            <p:cNvSpPr/>
            <p:nvPr/>
          </p:nvSpPr>
          <p:spPr>
            <a:xfrm>
              <a:off x="5515748" y="4765286"/>
              <a:ext cx="6028552" cy="713494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0DD2DE-E9B0-4257-BF5C-F6B0A249C32F}"/>
              </a:ext>
            </a:extLst>
          </p:cNvPr>
          <p:cNvCxnSpPr/>
          <p:nvPr/>
        </p:nvCxnSpPr>
        <p:spPr>
          <a:xfrm flipV="1">
            <a:off x="4129314" y="2380343"/>
            <a:ext cx="1262743" cy="36285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97D5DB-4A6B-4B80-8FCC-3F689B5ABE85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180114" y="2960914"/>
            <a:ext cx="1109959" cy="77373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67685E-8D4C-4E9B-A391-8B88740B87E3}"/>
              </a:ext>
            </a:extLst>
          </p:cNvPr>
          <p:cNvCxnSpPr>
            <a:cxnSpLocks/>
          </p:cNvCxnSpPr>
          <p:nvPr/>
        </p:nvCxnSpPr>
        <p:spPr>
          <a:xfrm>
            <a:off x="4129314" y="3235840"/>
            <a:ext cx="1160431" cy="188619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18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98354F4-E37B-4A27-827D-07FFF75D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SNR definition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D00540D-97E2-4095-BE28-0FB839C1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Cambria Math" panose="02040503050406030204" pitchFamily="18" charset="0"/>
              </a:rPr>
              <a:t>Example 2: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045E50-C2D8-48AD-AAFE-8F833E7B0687}"/>
              </a:ext>
            </a:extLst>
          </p:cNvPr>
          <p:cNvGrpSpPr/>
          <p:nvPr/>
        </p:nvGrpSpPr>
        <p:grpSpPr>
          <a:xfrm>
            <a:off x="5204338" y="1622698"/>
            <a:ext cx="6819981" cy="4007666"/>
            <a:chOff x="5203486" y="1729212"/>
            <a:chExt cx="6819981" cy="40076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C2E9C1-4EB8-4052-8AC2-C5849DA6F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3486" y="1729212"/>
              <a:ext cx="6819981" cy="4007666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317F35-D873-4439-ACA9-1DDC640A302C}"/>
                </a:ext>
              </a:extLst>
            </p:cNvPr>
            <p:cNvSpPr/>
            <p:nvPr/>
          </p:nvSpPr>
          <p:spPr>
            <a:xfrm>
              <a:off x="5515748" y="2007833"/>
              <a:ext cx="6028552" cy="6058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9F36DB-1B03-4C59-B21F-EA2C0F96B753}"/>
                </a:ext>
              </a:extLst>
            </p:cNvPr>
            <p:cNvSpPr/>
            <p:nvPr/>
          </p:nvSpPr>
          <p:spPr>
            <a:xfrm>
              <a:off x="5515749" y="3418963"/>
              <a:ext cx="6028552" cy="535817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65937A-72A4-4FEE-B821-3EC037EE88E2}"/>
                </a:ext>
              </a:extLst>
            </p:cNvPr>
            <p:cNvSpPr/>
            <p:nvPr/>
          </p:nvSpPr>
          <p:spPr>
            <a:xfrm>
              <a:off x="5515748" y="4765286"/>
              <a:ext cx="6028552" cy="713494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EA9343C8-EE2B-4B01-AF0C-4404CC320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816" y="4513869"/>
            <a:ext cx="2105025" cy="4953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849CED7-29A3-46C0-89CA-FAD989FC9ECD}"/>
              </a:ext>
            </a:extLst>
          </p:cNvPr>
          <p:cNvGrpSpPr/>
          <p:nvPr/>
        </p:nvGrpSpPr>
        <p:grpSpPr>
          <a:xfrm>
            <a:off x="0" y="1628941"/>
            <a:ext cx="5025586" cy="2219325"/>
            <a:chOff x="0" y="1628941"/>
            <a:chExt cx="5025586" cy="221932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CC19E7E-DEB5-469D-A91C-5972ED27E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628941"/>
              <a:ext cx="5025586" cy="2219325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7DC70C9-4941-4480-A653-CEACE586833B}"/>
                </a:ext>
              </a:extLst>
            </p:cNvPr>
            <p:cNvSpPr/>
            <p:nvPr/>
          </p:nvSpPr>
          <p:spPr>
            <a:xfrm>
              <a:off x="313194" y="2724150"/>
              <a:ext cx="2560182" cy="1372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B0DBE0B-1976-4C20-B001-E87EDE0D0CEF}"/>
                </a:ext>
              </a:extLst>
            </p:cNvPr>
            <p:cNvSpPr/>
            <p:nvPr/>
          </p:nvSpPr>
          <p:spPr>
            <a:xfrm>
              <a:off x="313190" y="2871239"/>
              <a:ext cx="2560183" cy="137258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D099D3-AE09-48B0-BB5D-93E500E65833}"/>
              </a:ext>
            </a:extLst>
          </p:cNvPr>
          <p:cNvCxnSpPr>
            <a:cxnSpLocks/>
          </p:cNvCxnSpPr>
          <p:nvPr/>
        </p:nvCxnSpPr>
        <p:spPr>
          <a:xfrm flipV="1">
            <a:off x="3026229" y="2220686"/>
            <a:ext cx="2249714" cy="50346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D83C34B-A99E-44D0-9DFF-16E12195192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026229" y="2953657"/>
            <a:ext cx="2178109" cy="67287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90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397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12309</TotalTime>
  <Words>122</Words>
  <Application>Microsoft Office PowerPoint</Application>
  <PresentationFormat>Widescreen</PresentationFormat>
  <Paragraphs>27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HY견고딕</vt:lpstr>
      <vt:lpstr>맑은 고딕</vt:lpstr>
      <vt:lpstr>Arial</vt:lpstr>
      <vt:lpstr>Arial Black</vt:lpstr>
      <vt:lpstr>Arial Rounded MT Bold</vt:lpstr>
      <vt:lpstr>Cambria Math</vt:lpstr>
      <vt:lpstr>Verdana</vt:lpstr>
      <vt:lpstr>1_Office 테마</vt:lpstr>
      <vt:lpstr>Evaluation board SNR calculation</vt:lpstr>
      <vt:lpstr>PowerPoint Presentation</vt:lpstr>
      <vt:lpstr>SNR definition</vt:lpstr>
      <vt:lpstr>SNR definition</vt:lpstr>
      <vt:lpstr>SNR definition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오기환</dc:creator>
  <cp:lastModifiedBy>Nguyen Manh Duc</cp:lastModifiedBy>
  <cp:revision>203</cp:revision>
  <dcterms:created xsi:type="dcterms:W3CDTF">2017-04-11T06:08:10Z</dcterms:created>
  <dcterms:modified xsi:type="dcterms:W3CDTF">2021-03-16T05:16:01Z</dcterms:modified>
</cp:coreProperties>
</file>